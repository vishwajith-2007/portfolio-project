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2" r:id="rId17"/>
    <p:sldId id="283" r:id="rId18"/>
    <p:sldId id="271" r:id="rId19"/>
    <p:sldId id="272" r:id="rId20"/>
    <p:sldId id="273" r:id="rId21"/>
    <p:sldId id="274" r:id="rId22"/>
    <p:sldId id="275" r:id="rId23"/>
    <p:sldId id="276" r:id="rId24"/>
    <p:sldId id="277" r:id="rId25"/>
    <p:sldId id="278" r:id="rId26"/>
    <p:sldId id="279" r:id="rId27"/>
    <p:sldId id="280" r:id="rId28"/>
    <p:sldId id="281"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7"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428C70-F1DE-4A62-AB1A-1C70628301A8}" type="datetimeFigureOut">
              <a:rPr lang="en-IN" smtClean="0"/>
              <a:t>17-09-2024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03D8B9-E3EB-474F-8B55-1ED1289F6551}" type="slidenum">
              <a:rPr lang="en-IN" smtClean="0"/>
              <a:t>‹#›</a:t>
            </a:fld>
            <a:endParaRPr lang="en-IN"/>
          </a:p>
        </p:txBody>
      </p:sp>
    </p:spTree>
    <p:extLst>
      <p:ext uri="{BB962C8B-B14F-4D97-AF65-F5344CB8AC3E}">
        <p14:creationId xmlns:p14="http://schemas.microsoft.com/office/powerpoint/2010/main" val="937699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07B882E-8351-4134-812C-C7EFFEB8A646}" type="datetime1">
              <a:rPr lang="en-IN" smtClean="0"/>
              <a:t>17-09-2024</a:t>
            </a:fld>
            <a:endParaRPr lang="en-IN"/>
          </a:p>
        </p:txBody>
      </p:sp>
      <p:sp>
        <p:nvSpPr>
          <p:cNvPr id="5" name="Footer Placeholder 4"/>
          <p:cNvSpPr>
            <a:spLocks noGrp="1"/>
          </p:cNvSpPr>
          <p:nvPr>
            <p:ph type="ftr" sz="quarter" idx="11"/>
          </p:nvPr>
        </p:nvSpPr>
        <p:spPr/>
        <p:txBody>
          <a:bodyPr/>
          <a:lstStyle/>
          <a:p>
            <a:r>
              <a:rPr lang="en-IN"/>
              <a:t>Vishnu Priya P M</a:t>
            </a:r>
          </a:p>
        </p:txBody>
      </p:sp>
      <p:sp>
        <p:nvSpPr>
          <p:cNvPr id="6" name="Slide Number Placeholder 5"/>
          <p:cNvSpPr>
            <a:spLocks noGrp="1"/>
          </p:cNvSpPr>
          <p:nvPr>
            <p:ph type="sldNum" sz="quarter" idx="12"/>
          </p:nvPr>
        </p:nvSpPr>
        <p:spPr/>
        <p:txBody>
          <a:bodyPr/>
          <a:lstStyle/>
          <a:p>
            <a:fld id="{9C26C469-2091-4DFC-BD8F-7B41DBC10544}"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3185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DF7166-3720-48F1-8F23-49EA3B162C80}" type="datetime1">
              <a:rPr lang="en-IN" smtClean="0"/>
              <a:t>17-09-2024</a:t>
            </a:fld>
            <a:endParaRPr lang="en-IN"/>
          </a:p>
        </p:txBody>
      </p:sp>
      <p:sp>
        <p:nvSpPr>
          <p:cNvPr id="5" name="Footer Placeholder 4"/>
          <p:cNvSpPr>
            <a:spLocks noGrp="1"/>
          </p:cNvSpPr>
          <p:nvPr>
            <p:ph type="ftr" sz="quarter" idx="11"/>
          </p:nvPr>
        </p:nvSpPr>
        <p:spPr/>
        <p:txBody>
          <a:bodyPr/>
          <a:lstStyle/>
          <a:p>
            <a:r>
              <a:rPr lang="en-IN"/>
              <a:t>Vishnu Priya P M</a:t>
            </a:r>
          </a:p>
        </p:txBody>
      </p:sp>
      <p:sp>
        <p:nvSpPr>
          <p:cNvPr id="6" name="Slide Number Placeholder 5"/>
          <p:cNvSpPr>
            <a:spLocks noGrp="1"/>
          </p:cNvSpPr>
          <p:nvPr>
            <p:ph type="sldNum" sz="quarter" idx="12"/>
          </p:nvPr>
        </p:nvSpPr>
        <p:spPr/>
        <p:txBody>
          <a:bodyPr/>
          <a:lstStyle/>
          <a:p>
            <a:fld id="{9C26C469-2091-4DFC-BD8F-7B41DBC10544}" type="slidenum">
              <a:rPr lang="en-IN" smtClean="0"/>
              <a:t>‹#›</a:t>
            </a:fld>
            <a:endParaRPr lang="en-IN"/>
          </a:p>
        </p:txBody>
      </p:sp>
    </p:spTree>
    <p:extLst>
      <p:ext uri="{BB962C8B-B14F-4D97-AF65-F5344CB8AC3E}">
        <p14:creationId xmlns:p14="http://schemas.microsoft.com/office/powerpoint/2010/main" val="1517662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A6D1CD-A0CB-4872-99CD-3D7F49CD4120}" type="datetime1">
              <a:rPr lang="en-IN" smtClean="0"/>
              <a:t>17-09-2024</a:t>
            </a:fld>
            <a:endParaRPr lang="en-IN"/>
          </a:p>
        </p:txBody>
      </p:sp>
      <p:sp>
        <p:nvSpPr>
          <p:cNvPr id="5" name="Footer Placeholder 4"/>
          <p:cNvSpPr>
            <a:spLocks noGrp="1"/>
          </p:cNvSpPr>
          <p:nvPr>
            <p:ph type="ftr" sz="quarter" idx="11"/>
          </p:nvPr>
        </p:nvSpPr>
        <p:spPr/>
        <p:txBody>
          <a:bodyPr/>
          <a:lstStyle/>
          <a:p>
            <a:r>
              <a:rPr lang="en-IN"/>
              <a:t>Vishnu Priya P M</a:t>
            </a:r>
          </a:p>
        </p:txBody>
      </p:sp>
      <p:sp>
        <p:nvSpPr>
          <p:cNvPr id="6" name="Slide Number Placeholder 5"/>
          <p:cNvSpPr>
            <a:spLocks noGrp="1"/>
          </p:cNvSpPr>
          <p:nvPr>
            <p:ph type="sldNum" sz="quarter" idx="12"/>
          </p:nvPr>
        </p:nvSpPr>
        <p:spPr/>
        <p:txBody>
          <a:bodyPr/>
          <a:lstStyle/>
          <a:p>
            <a:fld id="{9C26C469-2091-4DFC-BD8F-7B41DBC10544}"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5989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DC2F99-6E6E-42BD-BAAE-2216720F484D}" type="datetime1">
              <a:rPr lang="en-IN" smtClean="0"/>
              <a:t>17-09-2024</a:t>
            </a:fld>
            <a:endParaRPr lang="en-IN"/>
          </a:p>
        </p:txBody>
      </p:sp>
      <p:sp>
        <p:nvSpPr>
          <p:cNvPr id="6" name="Footer Placeholder 5"/>
          <p:cNvSpPr>
            <a:spLocks noGrp="1"/>
          </p:cNvSpPr>
          <p:nvPr>
            <p:ph type="ftr" sz="quarter" idx="11"/>
          </p:nvPr>
        </p:nvSpPr>
        <p:spPr/>
        <p:txBody>
          <a:bodyPr/>
          <a:lstStyle/>
          <a:p>
            <a:r>
              <a:rPr lang="en-IN"/>
              <a:t>Vishnu Priya P M</a:t>
            </a:r>
          </a:p>
        </p:txBody>
      </p:sp>
      <p:sp>
        <p:nvSpPr>
          <p:cNvPr id="7" name="Slide Number Placeholder 6"/>
          <p:cNvSpPr>
            <a:spLocks noGrp="1"/>
          </p:cNvSpPr>
          <p:nvPr>
            <p:ph type="sldNum" sz="quarter" idx="12"/>
          </p:nvPr>
        </p:nvSpPr>
        <p:spPr/>
        <p:txBody>
          <a:bodyPr/>
          <a:lstStyle/>
          <a:p>
            <a:fld id="{9C26C469-2091-4DFC-BD8F-7B41DBC10544}" type="slidenum">
              <a:rPr lang="en-IN" smtClean="0"/>
              <a:t>‹#›</a:t>
            </a:fld>
            <a:endParaRPr lang="en-IN"/>
          </a:p>
        </p:txBody>
      </p:sp>
    </p:spTree>
    <p:extLst>
      <p:ext uri="{BB962C8B-B14F-4D97-AF65-F5344CB8AC3E}">
        <p14:creationId xmlns:p14="http://schemas.microsoft.com/office/powerpoint/2010/main" val="4106292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5852D1-94B8-43A5-AF8A-7418CC0B10E7}" type="datetime1">
              <a:rPr lang="en-IN" smtClean="0"/>
              <a:t>17-09-2024</a:t>
            </a:fld>
            <a:endParaRPr lang="en-IN"/>
          </a:p>
        </p:txBody>
      </p:sp>
      <p:sp>
        <p:nvSpPr>
          <p:cNvPr id="8" name="Footer Placeholder 7"/>
          <p:cNvSpPr>
            <a:spLocks noGrp="1"/>
          </p:cNvSpPr>
          <p:nvPr>
            <p:ph type="ftr" sz="quarter" idx="11"/>
          </p:nvPr>
        </p:nvSpPr>
        <p:spPr/>
        <p:txBody>
          <a:bodyPr/>
          <a:lstStyle/>
          <a:p>
            <a:r>
              <a:rPr lang="en-IN"/>
              <a:t>Vishnu Priya P M</a:t>
            </a:r>
          </a:p>
        </p:txBody>
      </p:sp>
      <p:sp>
        <p:nvSpPr>
          <p:cNvPr id="9" name="Slide Number Placeholder 8"/>
          <p:cNvSpPr>
            <a:spLocks noGrp="1"/>
          </p:cNvSpPr>
          <p:nvPr>
            <p:ph type="sldNum" sz="quarter" idx="12"/>
          </p:nvPr>
        </p:nvSpPr>
        <p:spPr/>
        <p:txBody>
          <a:bodyPr/>
          <a:lstStyle/>
          <a:p>
            <a:fld id="{9C26C469-2091-4DFC-BD8F-7B41DBC10544}" type="slidenum">
              <a:rPr lang="en-IN" smtClean="0"/>
              <a:t>‹#›</a:t>
            </a:fld>
            <a:endParaRPr lang="en-IN"/>
          </a:p>
        </p:txBody>
      </p:sp>
    </p:spTree>
    <p:extLst>
      <p:ext uri="{BB962C8B-B14F-4D97-AF65-F5344CB8AC3E}">
        <p14:creationId xmlns:p14="http://schemas.microsoft.com/office/powerpoint/2010/main" val="244039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62B33A-A888-4592-A629-DD80325B2196}" type="datetime1">
              <a:rPr lang="en-IN" smtClean="0"/>
              <a:t>17-09-2024</a:t>
            </a:fld>
            <a:endParaRPr lang="en-IN"/>
          </a:p>
        </p:txBody>
      </p:sp>
      <p:sp>
        <p:nvSpPr>
          <p:cNvPr id="4" name="Footer Placeholder 3"/>
          <p:cNvSpPr>
            <a:spLocks noGrp="1"/>
          </p:cNvSpPr>
          <p:nvPr>
            <p:ph type="ftr" sz="quarter" idx="11"/>
          </p:nvPr>
        </p:nvSpPr>
        <p:spPr/>
        <p:txBody>
          <a:bodyPr/>
          <a:lstStyle/>
          <a:p>
            <a:r>
              <a:rPr lang="en-IN"/>
              <a:t>Vishnu Priya P M</a:t>
            </a:r>
          </a:p>
        </p:txBody>
      </p:sp>
      <p:sp>
        <p:nvSpPr>
          <p:cNvPr id="5" name="Slide Number Placeholder 4"/>
          <p:cNvSpPr>
            <a:spLocks noGrp="1"/>
          </p:cNvSpPr>
          <p:nvPr>
            <p:ph type="sldNum" sz="quarter" idx="12"/>
          </p:nvPr>
        </p:nvSpPr>
        <p:spPr/>
        <p:txBody>
          <a:bodyPr/>
          <a:lstStyle/>
          <a:p>
            <a:fld id="{9C26C469-2091-4DFC-BD8F-7B41DBC10544}" type="slidenum">
              <a:rPr lang="en-IN" smtClean="0"/>
              <a:t>‹#›</a:t>
            </a:fld>
            <a:endParaRPr lang="en-IN"/>
          </a:p>
        </p:txBody>
      </p:sp>
    </p:spTree>
    <p:extLst>
      <p:ext uri="{BB962C8B-B14F-4D97-AF65-F5344CB8AC3E}">
        <p14:creationId xmlns:p14="http://schemas.microsoft.com/office/powerpoint/2010/main" val="4278999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DB8A39-6371-4AC2-9F24-02E2647BDE31}" type="datetime1">
              <a:rPr lang="en-IN" smtClean="0"/>
              <a:t>17-09-2024</a:t>
            </a:fld>
            <a:endParaRPr lang="en-IN"/>
          </a:p>
        </p:txBody>
      </p:sp>
      <p:sp>
        <p:nvSpPr>
          <p:cNvPr id="3" name="Footer Placeholder 2"/>
          <p:cNvSpPr>
            <a:spLocks noGrp="1"/>
          </p:cNvSpPr>
          <p:nvPr>
            <p:ph type="ftr" sz="quarter" idx="11"/>
          </p:nvPr>
        </p:nvSpPr>
        <p:spPr/>
        <p:txBody>
          <a:bodyPr/>
          <a:lstStyle/>
          <a:p>
            <a:r>
              <a:rPr lang="en-IN"/>
              <a:t>Vishnu Priya P M</a:t>
            </a:r>
          </a:p>
        </p:txBody>
      </p:sp>
      <p:sp>
        <p:nvSpPr>
          <p:cNvPr id="4" name="Slide Number Placeholder 3"/>
          <p:cNvSpPr>
            <a:spLocks noGrp="1"/>
          </p:cNvSpPr>
          <p:nvPr>
            <p:ph type="sldNum" sz="quarter" idx="12"/>
          </p:nvPr>
        </p:nvSpPr>
        <p:spPr/>
        <p:txBody>
          <a:bodyPr/>
          <a:lstStyle/>
          <a:p>
            <a:fld id="{9C26C469-2091-4DFC-BD8F-7B41DBC10544}" type="slidenum">
              <a:rPr lang="en-IN" smtClean="0"/>
              <a:t>‹#›</a:t>
            </a:fld>
            <a:endParaRPr lang="en-IN"/>
          </a:p>
        </p:txBody>
      </p:sp>
    </p:spTree>
    <p:extLst>
      <p:ext uri="{BB962C8B-B14F-4D97-AF65-F5344CB8AC3E}">
        <p14:creationId xmlns:p14="http://schemas.microsoft.com/office/powerpoint/2010/main" val="1230740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4D0743D-36C9-4AA8-ABD2-A1C82E67CD0C}" type="datetime1">
              <a:rPr lang="en-IN" smtClean="0"/>
              <a:t>17-09-2024</a:t>
            </a:fld>
            <a:endParaRPr lang="en-IN"/>
          </a:p>
        </p:txBody>
      </p:sp>
      <p:sp>
        <p:nvSpPr>
          <p:cNvPr id="6" name="Footer Placeholder 5"/>
          <p:cNvSpPr>
            <a:spLocks noGrp="1"/>
          </p:cNvSpPr>
          <p:nvPr>
            <p:ph type="ftr" sz="quarter" idx="11"/>
          </p:nvPr>
        </p:nvSpPr>
        <p:spPr/>
        <p:txBody>
          <a:bodyPr/>
          <a:lstStyle/>
          <a:p>
            <a:r>
              <a:rPr lang="en-IN"/>
              <a:t>Vishnu Priya P M</a:t>
            </a:r>
          </a:p>
        </p:txBody>
      </p:sp>
      <p:sp>
        <p:nvSpPr>
          <p:cNvPr id="7" name="Slide Number Placeholder 6"/>
          <p:cNvSpPr>
            <a:spLocks noGrp="1"/>
          </p:cNvSpPr>
          <p:nvPr>
            <p:ph type="sldNum" sz="quarter" idx="12"/>
          </p:nvPr>
        </p:nvSpPr>
        <p:spPr/>
        <p:txBody>
          <a:bodyPr/>
          <a:lstStyle/>
          <a:p>
            <a:fld id="{9C26C469-2091-4DFC-BD8F-7B41DBC10544}" type="slidenum">
              <a:rPr lang="en-IN" smtClean="0"/>
              <a:t>‹#›</a:t>
            </a:fld>
            <a:endParaRPr lang="en-IN"/>
          </a:p>
        </p:txBody>
      </p:sp>
    </p:spTree>
    <p:extLst>
      <p:ext uri="{BB962C8B-B14F-4D97-AF65-F5344CB8AC3E}">
        <p14:creationId xmlns:p14="http://schemas.microsoft.com/office/powerpoint/2010/main" val="355758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12661E1-C353-4D11-806C-966AE9EC0404}" type="datetime1">
              <a:rPr lang="en-IN" smtClean="0"/>
              <a:t>17-09-2024</a:t>
            </a:fld>
            <a:endParaRPr lang="en-IN"/>
          </a:p>
        </p:txBody>
      </p:sp>
      <p:sp>
        <p:nvSpPr>
          <p:cNvPr id="6" name="Footer Placeholder 5"/>
          <p:cNvSpPr>
            <a:spLocks noGrp="1"/>
          </p:cNvSpPr>
          <p:nvPr>
            <p:ph type="ftr" sz="quarter" idx="11"/>
          </p:nvPr>
        </p:nvSpPr>
        <p:spPr/>
        <p:txBody>
          <a:bodyPr/>
          <a:lstStyle/>
          <a:p>
            <a:r>
              <a:rPr lang="en-IN"/>
              <a:t>Vishnu Priya P M</a:t>
            </a:r>
          </a:p>
        </p:txBody>
      </p:sp>
      <p:sp>
        <p:nvSpPr>
          <p:cNvPr id="7" name="Slide Number Placeholder 6"/>
          <p:cNvSpPr>
            <a:spLocks noGrp="1"/>
          </p:cNvSpPr>
          <p:nvPr>
            <p:ph type="sldNum" sz="quarter" idx="12"/>
          </p:nvPr>
        </p:nvSpPr>
        <p:spPr/>
        <p:txBody>
          <a:bodyPr/>
          <a:lstStyle/>
          <a:p>
            <a:fld id="{9C26C469-2091-4DFC-BD8F-7B41DBC10544}"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0421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2597B6-FDAA-491F-A03F-1EB6F14649D8}" type="datetime1">
              <a:rPr lang="en-IN" smtClean="0"/>
              <a:t>17-09-2024</a:t>
            </a:fld>
            <a:endParaRPr lang="en-IN"/>
          </a:p>
        </p:txBody>
      </p:sp>
      <p:sp>
        <p:nvSpPr>
          <p:cNvPr id="5" name="Footer Placeholder 4"/>
          <p:cNvSpPr>
            <a:spLocks noGrp="1"/>
          </p:cNvSpPr>
          <p:nvPr>
            <p:ph type="ftr" sz="quarter" idx="11"/>
          </p:nvPr>
        </p:nvSpPr>
        <p:spPr/>
        <p:txBody>
          <a:bodyPr/>
          <a:lstStyle/>
          <a:p>
            <a:r>
              <a:rPr lang="en-IN"/>
              <a:t>Vishnu Priya P M</a:t>
            </a:r>
          </a:p>
        </p:txBody>
      </p:sp>
      <p:sp>
        <p:nvSpPr>
          <p:cNvPr id="6" name="Slide Number Placeholder 5"/>
          <p:cNvSpPr>
            <a:spLocks noGrp="1"/>
          </p:cNvSpPr>
          <p:nvPr>
            <p:ph type="sldNum" sz="quarter" idx="12"/>
          </p:nvPr>
        </p:nvSpPr>
        <p:spPr/>
        <p:txBody>
          <a:bodyPr/>
          <a:lstStyle/>
          <a:p>
            <a:fld id="{9C26C469-2091-4DFC-BD8F-7B41DBC10544}" type="slidenum">
              <a:rPr lang="en-IN" smtClean="0"/>
              <a:t>‹#›</a:t>
            </a:fld>
            <a:endParaRPr lang="en-IN"/>
          </a:p>
        </p:txBody>
      </p:sp>
    </p:spTree>
    <p:extLst>
      <p:ext uri="{BB962C8B-B14F-4D97-AF65-F5344CB8AC3E}">
        <p14:creationId xmlns:p14="http://schemas.microsoft.com/office/powerpoint/2010/main" val="4123187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04345B-022A-4388-BDCB-DEB49EB5C513}" type="datetime1">
              <a:rPr lang="en-IN" smtClean="0"/>
              <a:t>17-09-2024</a:t>
            </a:fld>
            <a:endParaRPr lang="en-IN"/>
          </a:p>
        </p:txBody>
      </p:sp>
      <p:sp>
        <p:nvSpPr>
          <p:cNvPr id="5" name="Footer Placeholder 4"/>
          <p:cNvSpPr>
            <a:spLocks noGrp="1"/>
          </p:cNvSpPr>
          <p:nvPr>
            <p:ph type="ftr" sz="quarter" idx="11"/>
          </p:nvPr>
        </p:nvSpPr>
        <p:spPr/>
        <p:txBody>
          <a:bodyPr/>
          <a:lstStyle/>
          <a:p>
            <a:r>
              <a:rPr lang="en-IN"/>
              <a:t>Vishnu Priya P M</a:t>
            </a:r>
          </a:p>
        </p:txBody>
      </p:sp>
      <p:sp>
        <p:nvSpPr>
          <p:cNvPr id="6" name="Slide Number Placeholder 5"/>
          <p:cNvSpPr>
            <a:spLocks noGrp="1"/>
          </p:cNvSpPr>
          <p:nvPr>
            <p:ph type="sldNum" sz="quarter" idx="12"/>
          </p:nvPr>
        </p:nvSpPr>
        <p:spPr/>
        <p:txBody>
          <a:bodyPr/>
          <a:lstStyle/>
          <a:p>
            <a:fld id="{9C26C469-2091-4DFC-BD8F-7B41DBC10544}"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915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D959BAE-9B9D-4B86-9F59-1331FDA4609E}" type="datetime1">
              <a:rPr lang="en-IN" smtClean="0"/>
              <a:t>17-09-2024</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IN"/>
              <a:t>Vishnu Priya P M</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C26C469-2091-4DFC-BD8F-7B41DBC10544}"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43561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9185" y="4960137"/>
            <a:ext cx="11803117" cy="1463040"/>
          </a:xfrm>
        </p:spPr>
        <p:txBody>
          <a:bodyPr>
            <a:normAutofit fontScale="90000"/>
          </a:bodyPr>
          <a:lstStyle/>
          <a:p>
            <a:br>
              <a:rPr lang="en-IN" b="1" dirty="0"/>
            </a:br>
            <a:br>
              <a:rPr lang="en-IN" b="1" dirty="0"/>
            </a:br>
            <a:r>
              <a:rPr lang="en-IN" b="1" dirty="0"/>
              <a:t>Control Statements/Decision Making</a:t>
            </a:r>
            <a:br>
              <a:rPr lang="en-IN" b="1" dirty="0"/>
            </a:br>
            <a:br>
              <a:rPr lang="en-IN" b="1" dirty="0"/>
            </a:br>
            <a:endParaRPr lang="en-IN" dirty="0"/>
          </a:p>
        </p:txBody>
      </p:sp>
      <p:sp>
        <p:nvSpPr>
          <p:cNvPr id="3" name="Footer Placeholder 2">
            <a:extLst>
              <a:ext uri="{FF2B5EF4-FFF2-40B4-BE49-F238E27FC236}">
                <a16:creationId xmlns:a16="http://schemas.microsoft.com/office/drawing/2014/main" id="{6186460C-30F0-4DE6-A1B1-D3A4D03E5F7C}"/>
              </a:ext>
            </a:extLst>
          </p:cNvPr>
          <p:cNvSpPr>
            <a:spLocks noGrp="1"/>
          </p:cNvSpPr>
          <p:nvPr>
            <p:ph type="ftr" sz="quarter" idx="11"/>
          </p:nvPr>
        </p:nvSpPr>
        <p:spPr/>
        <p:txBody>
          <a:bodyPr/>
          <a:lstStyle/>
          <a:p>
            <a:r>
              <a:rPr lang="en-IN"/>
              <a:t>Vishnu Priya P M</a:t>
            </a:r>
          </a:p>
        </p:txBody>
      </p:sp>
      <p:sp>
        <p:nvSpPr>
          <p:cNvPr id="4" name="Slide Number Placeholder 3">
            <a:extLst>
              <a:ext uri="{FF2B5EF4-FFF2-40B4-BE49-F238E27FC236}">
                <a16:creationId xmlns:a16="http://schemas.microsoft.com/office/drawing/2014/main" id="{0CDA6622-CC0D-45D0-90E2-4207C31589B9}"/>
              </a:ext>
            </a:extLst>
          </p:cNvPr>
          <p:cNvSpPr>
            <a:spLocks noGrp="1"/>
          </p:cNvSpPr>
          <p:nvPr>
            <p:ph type="sldNum" sz="quarter" idx="12"/>
          </p:nvPr>
        </p:nvSpPr>
        <p:spPr/>
        <p:txBody>
          <a:bodyPr/>
          <a:lstStyle/>
          <a:p>
            <a:fld id="{9C26C469-2091-4DFC-BD8F-7B41DBC10544}" type="slidenum">
              <a:rPr lang="en-IN" smtClean="0"/>
              <a:t>1</a:t>
            </a:fld>
            <a:endParaRPr lang="en-IN"/>
          </a:p>
        </p:txBody>
      </p:sp>
    </p:spTree>
    <p:extLst>
      <p:ext uri="{BB962C8B-B14F-4D97-AF65-F5344CB8AC3E}">
        <p14:creationId xmlns:p14="http://schemas.microsoft.com/office/powerpoint/2010/main" val="1646975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2747" y="938463"/>
            <a:ext cx="11103704" cy="4023360"/>
          </a:xfrm>
        </p:spPr>
        <p:txBody>
          <a:bodyPr>
            <a:normAutofit/>
          </a:bodyPr>
          <a:lstStyle/>
          <a:p>
            <a:pPr algn="just"/>
            <a:r>
              <a:rPr lang="en-US" sz="3200" dirty="0"/>
              <a:t>Decision making structures require that the programmer specifies one or more conditions to be evaluated or tested by the program, along with a statement or statements to be executed if the condition is determined to be true, and optionally, other statements to be executed if the condition is determined to be false.</a:t>
            </a:r>
            <a:endParaRPr lang="en-IN" sz="3200" dirty="0"/>
          </a:p>
        </p:txBody>
      </p:sp>
      <p:sp>
        <p:nvSpPr>
          <p:cNvPr id="2" name="Footer Placeholder 1">
            <a:extLst>
              <a:ext uri="{FF2B5EF4-FFF2-40B4-BE49-F238E27FC236}">
                <a16:creationId xmlns:a16="http://schemas.microsoft.com/office/drawing/2014/main" id="{42663585-E8F8-41F9-8045-D952C5BB7DF5}"/>
              </a:ext>
            </a:extLst>
          </p:cNvPr>
          <p:cNvSpPr>
            <a:spLocks noGrp="1"/>
          </p:cNvSpPr>
          <p:nvPr>
            <p:ph type="ftr" sz="quarter" idx="11"/>
          </p:nvPr>
        </p:nvSpPr>
        <p:spPr/>
        <p:txBody>
          <a:bodyPr/>
          <a:lstStyle/>
          <a:p>
            <a:r>
              <a:rPr lang="en-IN"/>
              <a:t>Vishnu Priya P M</a:t>
            </a:r>
          </a:p>
        </p:txBody>
      </p:sp>
      <p:sp>
        <p:nvSpPr>
          <p:cNvPr id="4" name="Slide Number Placeholder 3">
            <a:extLst>
              <a:ext uri="{FF2B5EF4-FFF2-40B4-BE49-F238E27FC236}">
                <a16:creationId xmlns:a16="http://schemas.microsoft.com/office/drawing/2014/main" id="{FCAE38AF-C25E-4A15-9073-80EF60B0C5CD}"/>
              </a:ext>
            </a:extLst>
          </p:cNvPr>
          <p:cNvSpPr>
            <a:spLocks noGrp="1"/>
          </p:cNvSpPr>
          <p:nvPr>
            <p:ph type="sldNum" sz="quarter" idx="12"/>
          </p:nvPr>
        </p:nvSpPr>
        <p:spPr/>
        <p:txBody>
          <a:bodyPr/>
          <a:lstStyle/>
          <a:p>
            <a:fld id="{9C26C469-2091-4DFC-BD8F-7B41DBC10544}" type="slidenum">
              <a:rPr lang="en-IN" smtClean="0"/>
              <a:t>2</a:t>
            </a:fld>
            <a:endParaRPr lang="en-IN"/>
          </a:p>
        </p:txBody>
      </p:sp>
    </p:spTree>
    <p:extLst>
      <p:ext uri="{BB962C8B-B14F-4D97-AF65-F5344CB8AC3E}">
        <p14:creationId xmlns:p14="http://schemas.microsoft.com/office/powerpoint/2010/main" val="3488540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sz="2800" dirty="0"/>
              <a:t>There are the following variants of if statement in C language.</a:t>
            </a:r>
          </a:p>
          <a:p>
            <a:pPr>
              <a:buFont typeface="Arial" panose="020B0604020202020204" pitchFamily="34" charset="0"/>
              <a:buChar char="•"/>
            </a:pPr>
            <a:r>
              <a:rPr lang="en-US" sz="2800" dirty="0">
                <a:solidFill>
                  <a:srgbClr val="FF0000"/>
                </a:solidFill>
              </a:rPr>
              <a:t>If statement</a:t>
            </a:r>
          </a:p>
          <a:p>
            <a:pPr>
              <a:buFont typeface="Arial" panose="020B0604020202020204" pitchFamily="34" charset="0"/>
              <a:buChar char="•"/>
            </a:pPr>
            <a:r>
              <a:rPr lang="en-US" sz="2800" dirty="0">
                <a:solidFill>
                  <a:srgbClr val="FF0000"/>
                </a:solidFill>
              </a:rPr>
              <a:t>If-else statement</a:t>
            </a:r>
          </a:p>
          <a:p>
            <a:pPr>
              <a:buFont typeface="Arial" panose="020B0604020202020204" pitchFamily="34" charset="0"/>
              <a:buChar char="•"/>
            </a:pPr>
            <a:r>
              <a:rPr lang="en-US" sz="2800" dirty="0">
                <a:solidFill>
                  <a:srgbClr val="FF0000"/>
                </a:solidFill>
              </a:rPr>
              <a:t>If else-if ladder</a:t>
            </a:r>
          </a:p>
          <a:p>
            <a:pPr>
              <a:buFont typeface="Arial" panose="020B0604020202020204" pitchFamily="34" charset="0"/>
              <a:buChar char="•"/>
            </a:pPr>
            <a:r>
              <a:rPr lang="en-US" sz="2800" dirty="0">
                <a:solidFill>
                  <a:srgbClr val="FF0000"/>
                </a:solidFill>
              </a:rPr>
              <a:t>Nested if</a:t>
            </a:r>
          </a:p>
          <a:p>
            <a:endParaRPr lang="en-IN" sz="2800" dirty="0"/>
          </a:p>
        </p:txBody>
      </p:sp>
      <p:sp>
        <p:nvSpPr>
          <p:cNvPr id="4" name="Footer Placeholder 3">
            <a:extLst>
              <a:ext uri="{FF2B5EF4-FFF2-40B4-BE49-F238E27FC236}">
                <a16:creationId xmlns:a16="http://schemas.microsoft.com/office/drawing/2014/main" id="{04741CA7-0DFA-48AA-B004-A3648F91FCCE}"/>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4242E149-AEB8-4D4C-8EE7-9E0EA86BB273}"/>
              </a:ext>
            </a:extLst>
          </p:cNvPr>
          <p:cNvSpPr>
            <a:spLocks noGrp="1"/>
          </p:cNvSpPr>
          <p:nvPr>
            <p:ph type="sldNum" sz="quarter" idx="12"/>
          </p:nvPr>
        </p:nvSpPr>
        <p:spPr/>
        <p:txBody>
          <a:bodyPr/>
          <a:lstStyle/>
          <a:p>
            <a:fld id="{9C26C469-2091-4DFC-BD8F-7B41DBC10544}" type="slidenum">
              <a:rPr lang="en-IN" smtClean="0"/>
              <a:t>3</a:t>
            </a:fld>
            <a:endParaRPr lang="en-IN"/>
          </a:p>
        </p:txBody>
      </p:sp>
    </p:spTree>
    <p:extLst>
      <p:ext uri="{BB962C8B-B14F-4D97-AF65-F5344CB8AC3E}">
        <p14:creationId xmlns:p14="http://schemas.microsoft.com/office/powerpoint/2010/main" val="3886444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If Statement</a:t>
            </a:r>
            <a:br>
              <a:rPr lang="en-IN" dirty="0"/>
            </a:br>
            <a:endParaRPr lang="en-IN" dirty="0"/>
          </a:p>
        </p:txBody>
      </p:sp>
      <p:sp>
        <p:nvSpPr>
          <p:cNvPr id="3" name="Content Placeholder 2"/>
          <p:cNvSpPr>
            <a:spLocks noGrp="1"/>
          </p:cNvSpPr>
          <p:nvPr>
            <p:ph idx="1"/>
          </p:nvPr>
        </p:nvSpPr>
        <p:spPr>
          <a:xfrm>
            <a:off x="1024128" y="1418897"/>
            <a:ext cx="9720073" cy="4890463"/>
          </a:xfrm>
        </p:spPr>
        <p:txBody>
          <a:bodyPr>
            <a:normAutofit/>
          </a:bodyPr>
          <a:lstStyle/>
          <a:p>
            <a:pPr algn="just"/>
            <a:r>
              <a:rPr lang="en-US" sz="2800" dirty="0"/>
              <a:t>The if statement is used to check some given condition and perform some operations depending upon the correctness of that condition.</a:t>
            </a:r>
          </a:p>
          <a:p>
            <a:pPr algn="just"/>
            <a:r>
              <a:rPr lang="en-US" sz="2800" dirty="0"/>
              <a:t> It is mostly used in the scenario where we need to perform the different operations for the different conditions. </a:t>
            </a:r>
          </a:p>
          <a:p>
            <a:pPr algn="just"/>
            <a:r>
              <a:rPr lang="en-US" sz="2800" dirty="0"/>
              <a:t>The syntax</a:t>
            </a:r>
          </a:p>
          <a:p>
            <a:pPr algn="just"/>
            <a:r>
              <a:rPr lang="en-US" sz="2800" b="1" dirty="0">
                <a:solidFill>
                  <a:srgbClr val="FF0000"/>
                </a:solidFill>
              </a:rPr>
              <a:t>if</a:t>
            </a:r>
            <a:r>
              <a:rPr lang="en-US" sz="2800" dirty="0">
                <a:solidFill>
                  <a:srgbClr val="FF0000"/>
                </a:solidFill>
              </a:rPr>
              <a:t>(expression){  </a:t>
            </a:r>
          </a:p>
          <a:p>
            <a:pPr algn="just"/>
            <a:r>
              <a:rPr lang="en-US" sz="2800" dirty="0">
                <a:solidFill>
                  <a:srgbClr val="FF0000"/>
                </a:solidFill>
              </a:rPr>
              <a:t>//code to be executed  </a:t>
            </a:r>
          </a:p>
          <a:p>
            <a:pPr algn="just"/>
            <a:r>
              <a:rPr lang="en-US" sz="2800" dirty="0">
                <a:solidFill>
                  <a:srgbClr val="FF0000"/>
                </a:solidFill>
              </a:rPr>
              <a:t>} </a:t>
            </a:r>
          </a:p>
        </p:txBody>
      </p:sp>
      <p:sp>
        <p:nvSpPr>
          <p:cNvPr id="4" name="Footer Placeholder 3">
            <a:extLst>
              <a:ext uri="{FF2B5EF4-FFF2-40B4-BE49-F238E27FC236}">
                <a16:creationId xmlns:a16="http://schemas.microsoft.com/office/drawing/2014/main" id="{2925E2F3-3841-4442-AF6A-6F39E95B23C5}"/>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47D7805C-6C93-471F-AF25-10C3B2C3657D}"/>
              </a:ext>
            </a:extLst>
          </p:cNvPr>
          <p:cNvSpPr>
            <a:spLocks noGrp="1"/>
          </p:cNvSpPr>
          <p:nvPr>
            <p:ph type="sldNum" sz="quarter" idx="12"/>
          </p:nvPr>
        </p:nvSpPr>
        <p:spPr/>
        <p:txBody>
          <a:bodyPr/>
          <a:lstStyle/>
          <a:p>
            <a:fld id="{9C26C469-2091-4DFC-BD8F-7B41DBC10544}" type="slidenum">
              <a:rPr lang="en-IN" smtClean="0"/>
              <a:t>4</a:t>
            </a:fld>
            <a:endParaRPr lang="en-IN"/>
          </a:p>
        </p:txBody>
      </p:sp>
    </p:spTree>
    <p:extLst>
      <p:ext uri="{BB962C8B-B14F-4D97-AF65-F5344CB8AC3E}">
        <p14:creationId xmlns:p14="http://schemas.microsoft.com/office/powerpoint/2010/main" val="4248437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Flow Diagram</a:t>
            </a:r>
            <a:br>
              <a:rPr lang="en-IN" dirty="0"/>
            </a:br>
            <a:endParaRPr lang="en-IN" dirty="0"/>
          </a:p>
        </p:txBody>
      </p:sp>
      <p:pic>
        <p:nvPicPr>
          <p:cNvPr id="1026" name="Picture 2" descr="C if stateme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99642" y="1807780"/>
            <a:ext cx="3509716" cy="4144470"/>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C52FAF5E-9D35-4B4C-80D2-F5C94C540B06}"/>
              </a:ext>
            </a:extLst>
          </p:cNvPr>
          <p:cNvSpPr>
            <a:spLocks noGrp="1"/>
          </p:cNvSpPr>
          <p:nvPr>
            <p:ph type="ftr" sz="quarter" idx="11"/>
          </p:nvPr>
        </p:nvSpPr>
        <p:spPr/>
        <p:txBody>
          <a:bodyPr/>
          <a:lstStyle/>
          <a:p>
            <a:r>
              <a:rPr lang="en-IN"/>
              <a:t>Vishnu Priya P M</a:t>
            </a:r>
          </a:p>
        </p:txBody>
      </p:sp>
      <p:sp>
        <p:nvSpPr>
          <p:cNvPr id="4" name="Slide Number Placeholder 3">
            <a:extLst>
              <a:ext uri="{FF2B5EF4-FFF2-40B4-BE49-F238E27FC236}">
                <a16:creationId xmlns:a16="http://schemas.microsoft.com/office/drawing/2014/main" id="{BBAD2EBB-0138-4FB2-BC65-A1E7D9CD1361}"/>
              </a:ext>
            </a:extLst>
          </p:cNvPr>
          <p:cNvSpPr>
            <a:spLocks noGrp="1"/>
          </p:cNvSpPr>
          <p:nvPr>
            <p:ph type="sldNum" sz="quarter" idx="12"/>
          </p:nvPr>
        </p:nvSpPr>
        <p:spPr/>
        <p:txBody>
          <a:bodyPr/>
          <a:lstStyle/>
          <a:p>
            <a:fld id="{9C26C469-2091-4DFC-BD8F-7B41DBC10544}" type="slidenum">
              <a:rPr lang="en-IN" smtClean="0"/>
              <a:t>5</a:t>
            </a:fld>
            <a:endParaRPr lang="en-IN"/>
          </a:p>
        </p:txBody>
      </p:sp>
    </p:spTree>
    <p:extLst>
      <p:ext uri="{BB962C8B-B14F-4D97-AF65-F5344CB8AC3E}">
        <p14:creationId xmlns:p14="http://schemas.microsoft.com/office/powerpoint/2010/main" val="2072860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3076" y="599090"/>
            <a:ext cx="6965145" cy="5709635"/>
          </a:xfrm>
        </p:spPr>
      </p:pic>
      <p:sp>
        <p:nvSpPr>
          <p:cNvPr id="2" name="Footer Placeholder 1">
            <a:extLst>
              <a:ext uri="{FF2B5EF4-FFF2-40B4-BE49-F238E27FC236}">
                <a16:creationId xmlns:a16="http://schemas.microsoft.com/office/drawing/2014/main" id="{F1496577-F9AF-4124-96CD-9E480EAE8481}"/>
              </a:ext>
            </a:extLst>
          </p:cNvPr>
          <p:cNvSpPr>
            <a:spLocks noGrp="1"/>
          </p:cNvSpPr>
          <p:nvPr>
            <p:ph type="ftr" sz="quarter" idx="11"/>
          </p:nvPr>
        </p:nvSpPr>
        <p:spPr/>
        <p:txBody>
          <a:bodyPr/>
          <a:lstStyle/>
          <a:p>
            <a:r>
              <a:rPr lang="en-IN"/>
              <a:t>Vishnu Priya P M</a:t>
            </a:r>
          </a:p>
        </p:txBody>
      </p:sp>
      <p:sp>
        <p:nvSpPr>
          <p:cNvPr id="3" name="Slide Number Placeholder 2">
            <a:extLst>
              <a:ext uri="{FF2B5EF4-FFF2-40B4-BE49-F238E27FC236}">
                <a16:creationId xmlns:a16="http://schemas.microsoft.com/office/drawing/2014/main" id="{962627F9-E2A1-4ACE-8F8C-BF3B3374CC52}"/>
              </a:ext>
            </a:extLst>
          </p:cNvPr>
          <p:cNvSpPr>
            <a:spLocks noGrp="1"/>
          </p:cNvSpPr>
          <p:nvPr>
            <p:ph type="sldNum" sz="quarter" idx="12"/>
          </p:nvPr>
        </p:nvSpPr>
        <p:spPr/>
        <p:txBody>
          <a:bodyPr/>
          <a:lstStyle/>
          <a:p>
            <a:fld id="{9C26C469-2091-4DFC-BD8F-7B41DBC10544}" type="slidenum">
              <a:rPr lang="en-IN" smtClean="0"/>
              <a:t>6</a:t>
            </a:fld>
            <a:endParaRPr lang="en-IN"/>
          </a:p>
        </p:txBody>
      </p:sp>
    </p:spTree>
    <p:extLst>
      <p:ext uri="{BB962C8B-B14F-4D97-AF65-F5344CB8AC3E}">
        <p14:creationId xmlns:p14="http://schemas.microsoft.com/office/powerpoint/2010/main" val="2153174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If-else Statement</a:t>
            </a:r>
            <a:br>
              <a:rPr lang="en-IN" dirty="0"/>
            </a:br>
            <a:endParaRPr lang="en-IN"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3200" dirty="0"/>
              <a:t>The if-else statement is used to perform two operations for a single condition.</a:t>
            </a:r>
          </a:p>
          <a:p>
            <a:pPr>
              <a:buFont typeface="Arial" panose="020B0604020202020204" pitchFamily="34" charset="0"/>
              <a:buChar char="•"/>
            </a:pPr>
            <a:r>
              <a:rPr lang="en-US" sz="3200" dirty="0"/>
              <a:t>The if-else statement is an extension to the if statement using which, we can perform two different operations, i.e., one is for the correctness of that condition, and the other is for the incorrectness of the condition.</a:t>
            </a:r>
            <a:endParaRPr lang="en-IN" sz="3200" dirty="0"/>
          </a:p>
        </p:txBody>
      </p:sp>
      <p:sp>
        <p:nvSpPr>
          <p:cNvPr id="4" name="Footer Placeholder 3">
            <a:extLst>
              <a:ext uri="{FF2B5EF4-FFF2-40B4-BE49-F238E27FC236}">
                <a16:creationId xmlns:a16="http://schemas.microsoft.com/office/drawing/2014/main" id="{B176DE6B-27F0-4BD6-A6DA-4B0E6472856F}"/>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7CD503D7-F075-4198-93FF-C945C8079CBC}"/>
              </a:ext>
            </a:extLst>
          </p:cNvPr>
          <p:cNvSpPr>
            <a:spLocks noGrp="1"/>
          </p:cNvSpPr>
          <p:nvPr>
            <p:ph type="sldNum" sz="quarter" idx="12"/>
          </p:nvPr>
        </p:nvSpPr>
        <p:spPr/>
        <p:txBody>
          <a:bodyPr/>
          <a:lstStyle/>
          <a:p>
            <a:fld id="{9C26C469-2091-4DFC-BD8F-7B41DBC10544}" type="slidenum">
              <a:rPr lang="en-IN" smtClean="0"/>
              <a:t>7</a:t>
            </a:fld>
            <a:endParaRPr lang="en-IN"/>
          </a:p>
        </p:txBody>
      </p:sp>
    </p:spTree>
    <p:extLst>
      <p:ext uri="{BB962C8B-B14F-4D97-AF65-F5344CB8AC3E}">
        <p14:creationId xmlns:p14="http://schemas.microsoft.com/office/powerpoint/2010/main" val="108194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syntax of the if-else statement is given below.</a:t>
            </a:r>
          </a:p>
          <a:p>
            <a:endParaRPr lang="en-US" dirty="0"/>
          </a:p>
          <a:p>
            <a:r>
              <a:rPr lang="en-US" b="1" dirty="0">
                <a:solidFill>
                  <a:srgbClr val="FF0000"/>
                </a:solidFill>
              </a:rPr>
              <a:t>if</a:t>
            </a:r>
            <a:r>
              <a:rPr lang="en-US" dirty="0">
                <a:solidFill>
                  <a:srgbClr val="FF0000"/>
                </a:solidFill>
              </a:rPr>
              <a:t>(expression){  </a:t>
            </a:r>
          </a:p>
          <a:p>
            <a:r>
              <a:rPr lang="en-US" dirty="0">
                <a:solidFill>
                  <a:srgbClr val="FF0000"/>
                </a:solidFill>
              </a:rPr>
              <a:t>//code to be executed if condition is true  </a:t>
            </a:r>
          </a:p>
          <a:p>
            <a:r>
              <a:rPr lang="en-US" dirty="0">
                <a:solidFill>
                  <a:srgbClr val="FF0000"/>
                </a:solidFill>
              </a:rPr>
              <a:t>}</a:t>
            </a:r>
            <a:r>
              <a:rPr lang="en-US" b="1" dirty="0">
                <a:solidFill>
                  <a:srgbClr val="FF0000"/>
                </a:solidFill>
              </a:rPr>
              <a:t>else</a:t>
            </a:r>
            <a:r>
              <a:rPr lang="en-US" dirty="0">
                <a:solidFill>
                  <a:srgbClr val="FF0000"/>
                </a:solidFill>
              </a:rPr>
              <a:t>{  </a:t>
            </a:r>
          </a:p>
          <a:p>
            <a:r>
              <a:rPr lang="en-US" dirty="0">
                <a:solidFill>
                  <a:srgbClr val="FF0000"/>
                </a:solidFill>
              </a:rPr>
              <a:t>//code to be executed if condition is false  </a:t>
            </a:r>
          </a:p>
          <a:p>
            <a:r>
              <a:rPr lang="en-US" dirty="0">
                <a:solidFill>
                  <a:srgbClr val="FF0000"/>
                </a:solidFill>
              </a:rPr>
              <a:t>}</a:t>
            </a:r>
            <a:r>
              <a:rPr lang="en-US" dirty="0"/>
              <a:t>  </a:t>
            </a:r>
          </a:p>
          <a:p>
            <a:endParaRPr lang="en-IN" dirty="0"/>
          </a:p>
        </p:txBody>
      </p:sp>
      <p:sp>
        <p:nvSpPr>
          <p:cNvPr id="4" name="Footer Placeholder 3">
            <a:extLst>
              <a:ext uri="{FF2B5EF4-FFF2-40B4-BE49-F238E27FC236}">
                <a16:creationId xmlns:a16="http://schemas.microsoft.com/office/drawing/2014/main" id="{2A64C207-DB9A-4C65-9A01-513FFB022923}"/>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65014696-96BC-4E25-B457-6FEC01C3F431}"/>
              </a:ext>
            </a:extLst>
          </p:cNvPr>
          <p:cNvSpPr>
            <a:spLocks noGrp="1"/>
          </p:cNvSpPr>
          <p:nvPr>
            <p:ph type="sldNum" sz="quarter" idx="12"/>
          </p:nvPr>
        </p:nvSpPr>
        <p:spPr/>
        <p:txBody>
          <a:bodyPr/>
          <a:lstStyle/>
          <a:p>
            <a:fld id="{9C26C469-2091-4DFC-BD8F-7B41DBC10544}" type="slidenum">
              <a:rPr lang="en-IN" smtClean="0"/>
              <a:t>8</a:t>
            </a:fld>
            <a:endParaRPr lang="en-IN"/>
          </a:p>
        </p:txBody>
      </p:sp>
    </p:spTree>
    <p:extLst>
      <p:ext uri="{BB962C8B-B14F-4D97-AF65-F5344CB8AC3E}">
        <p14:creationId xmlns:p14="http://schemas.microsoft.com/office/powerpoint/2010/main" val="3885162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10291" y="501134"/>
            <a:ext cx="5376053" cy="5723509"/>
          </a:xfrm>
        </p:spPr>
      </p:pic>
      <p:sp>
        <p:nvSpPr>
          <p:cNvPr id="2" name="Footer Placeholder 1">
            <a:extLst>
              <a:ext uri="{FF2B5EF4-FFF2-40B4-BE49-F238E27FC236}">
                <a16:creationId xmlns:a16="http://schemas.microsoft.com/office/drawing/2014/main" id="{A37FD779-486E-47B0-B101-5540E04EF2AE}"/>
              </a:ext>
            </a:extLst>
          </p:cNvPr>
          <p:cNvSpPr>
            <a:spLocks noGrp="1"/>
          </p:cNvSpPr>
          <p:nvPr>
            <p:ph type="ftr" sz="quarter" idx="11"/>
          </p:nvPr>
        </p:nvSpPr>
        <p:spPr/>
        <p:txBody>
          <a:bodyPr/>
          <a:lstStyle/>
          <a:p>
            <a:r>
              <a:rPr lang="en-IN"/>
              <a:t>Vishnu Priya P M</a:t>
            </a:r>
          </a:p>
        </p:txBody>
      </p:sp>
      <p:sp>
        <p:nvSpPr>
          <p:cNvPr id="3" name="Slide Number Placeholder 2">
            <a:extLst>
              <a:ext uri="{FF2B5EF4-FFF2-40B4-BE49-F238E27FC236}">
                <a16:creationId xmlns:a16="http://schemas.microsoft.com/office/drawing/2014/main" id="{8BDC72B3-34AB-41BF-B3B4-8B97B06DF5CA}"/>
              </a:ext>
            </a:extLst>
          </p:cNvPr>
          <p:cNvSpPr>
            <a:spLocks noGrp="1"/>
          </p:cNvSpPr>
          <p:nvPr>
            <p:ph type="sldNum" sz="quarter" idx="12"/>
          </p:nvPr>
        </p:nvSpPr>
        <p:spPr/>
        <p:txBody>
          <a:bodyPr/>
          <a:lstStyle/>
          <a:p>
            <a:fld id="{9C26C469-2091-4DFC-BD8F-7B41DBC10544}" type="slidenum">
              <a:rPr lang="en-IN" smtClean="0"/>
              <a:t>9</a:t>
            </a:fld>
            <a:endParaRPr lang="en-IN"/>
          </a:p>
        </p:txBody>
      </p:sp>
    </p:spTree>
    <p:extLst>
      <p:ext uri="{BB962C8B-B14F-4D97-AF65-F5344CB8AC3E}">
        <p14:creationId xmlns:p14="http://schemas.microsoft.com/office/powerpoint/2010/main" val="1893639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781129"/>
          </a:xfrm>
        </p:spPr>
        <p:txBody>
          <a:bodyPr>
            <a:normAutofit fontScale="90000"/>
          </a:bodyPr>
          <a:lstStyle/>
          <a:p>
            <a:r>
              <a:rPr lang="en-IN" dirty="0"/>
              <a:t>If else-if ladder Statement</a:t>
            </a:r>
            <a:br>
              <a:rPr lang="en-IN" dirty="0"/>
            </a:br>
            <a:endParaRPr lang="en-IN" dirty="0"/>
          </a:p>
        </p:txBody>
      </p:sp>
      <p:sp>
        <p:nvSpPr>
          <p:cNvPr id="3" name="Content Placeholder 2"/>
          <p:cNvSpPr>
            <a:spLocks noGrp="1"/>
          </p:cNvSpPr>
          <p:nvPr>
            <p:ph idx="1"/>
          </p:nvPr>
        </p:nvSpPr>
        <p:spPr>
          <a:xfrm>
            <a:off x="1024128" y="1187669"/>
            <a:ext cx="9720073" cy="5121691"/>
          </a:xfrm>
        </p:spPr>
        <p:txBody>
          <a:bodyPr>
            <a:normAutofit/>
          </a:bodyPr>
          <a:lstStyle/>
          <a:p>
            <a:pPr algn="just">
              <a:buFont typeface="Wingdings" panose="05000000000000000000" pitchFamily="2" charset="2"/>
              <a:buChar char="§"/>
            </a:pPr>
            <a:r>
              <a:rPr lang="en-US" sz="3200" dirty="0"/>
              <a:t>The if-else-if ladder statement is an extension to the if-else statement.</a:t>
            </a:r>
          </a:p>
          <a:p>
            <a:pPr algn="just">
              <a:buFont typeface="Wingdings" panose="05000000000000000000" pitchFamily="2" charset="2"/>
              <a:buChar char="§"/>
            </a:pPr>
            <a:r>
              <a:rPr lang="en-US" sz="3200" dirty="0"/>
              <a:t> It is used in the scenario where there are multiple cases to be performed for different conditions. </a:t>
            </a:r>
          </a:p>
          <a:p>
            <a:pPr algn="just">
              <a:buFont typeface="Wingdings" panose="05000000000000000000" pitchFamily="2" charset="2"/>
              <a:buChar char="§"/>
            </a:pPr>
            <a:r>
              <a:rPr lang="en-US" sz="3200" dirty="0"/>
              <a:t>In if-else-if ladder statement, if a condition is true then the statements defined in the if block will be executed, otherwise if some other condition is true then the statements defined in the else-if block will be executed, at the last if none of the condition is true then the statements defined in the else block will be executed.</a:t>
            </a:r>
            <a:endParaRPr lang="en-IN" sz="3200" dirty="0"/>
          </a:p>
        </p:txBody>
      </p:sp>
      <p:sp>
        <p:nvSpPr>
          <p:cNvPr id="4" name="Footer Placeholder 3">
            <a:extLst>
              <a:ext uri="{FF2B5EF4-FFF2-40B4-BE49-F238E27FC236}">
                <a16:creationId xmlns:a16="http://schemas.microsoft.com/office/drawing/2014/main" id="{B32ECD91-F68D-4F76-BA5A-2AD0BEAAE6D3}"/>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18368150-81A3-45B4-99A7-8419152A4E61}"/>
              </a:ext>
            </a:extLst>
          </p:cNvPr>
          <p:cNvSpPr>
            <a:spLocks noGrp="1"/>
          </p:cNvSpPr>
          <p:nvPr>
            <p:ph type="sldNum" sz="quarter" idx="12"/>
          </p:nvPr>
        </p:nvSpPr>
        <p:spPr/>
        <p:txBody>
          <a:bodyPr/>
          <a:lstStyle/>
          <a:p>
            <a:fld id="{9C26C469-2091-4DFC-BD8F-7B41DBC10544}" type="slidenum">
              <a:rPr lang="en-IN" smtClean="0"/>
              <a:t>10</a:t>
            </a:fld>
            <a:endParaRPr lang="en-IN"/>
          </a:p>
        </p:txBody>
      </p:sp>
    </p:spTree>
    <p:extLst>
      <p:ext uri="{BB962C8B-B14F-4D97-AF65-F5344CB8AC3E}">
        <p14:creationId xmlns:p14="http://schemas.microsoft.com/office/powerpoint/2010/main" val="118595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70841" y="585217"/>
            <a:ext cx="8167535" cy="5321598"/>
          </a:xfrm>
        </p:spPr>
      </p:pic>
      <p:sp>
        <p:nvSpPr>
          <p:cNvPr id="3" name="Footer Placeholder 2">
            <a:extLst>
              <a:ext uri="{FF2B5EF4-FFF2-40B4-BE49-F238E27FC236}">
                <a16:creationId xmlns:a16="http://schemas.microsoft.com/office/drawing/2014/main" id="{DCAE4A94-4C47-4CF3-B728-E67FEFC3AA36}"/>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2400D460-2B9B-46C0-BF62-3B4AE50634D9}"/>
              </a:ext>
            </a:extLst>
          </p:cNvPr>
          <p:cNvSpPr>
            <a:spLocks noGrp="1"/>
          </p:cNvSpPr>
          <p:nvPr>
            <p:ph type="sldNum" sz="quarter" idx="12"/>
          </p:nvPr>
        </p:nvSpPr>
        <p:spPr/>
        <p:txBody>
          <a:bodyPr/>
          <a:lstStyle/>
          <a:p>
            <a:fld id="{9C26C469-2091-4DFC-BD8F-7B41DBC10544}" type="slidenum">
              <a:rPr lang="en-IN" smtClean="0"/>
              <a:t>11</a:t>
            </a:fld>
            <a:endParaRPr lang="en-IN"/>
          </a:p>
        </p:txBody>
      </p:sp>
    </p:spTree>
    <p:extLst>
      <p:ext uri="{BB962C8B-B14F-4D97-AF65-F5344CB8AC3E}">
        <p14:creationId xmlns:p14="http://schemas.microsoft.com/office/powerpoint/2010/main" val="3112863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23698" y="585216"/>
            <a:ext cx="5800944" cy="5723509"/>
          </a:xfrm>
        </p:spPr>
      </p:pic>
      <p:sp>
        <p:nvSpPr>
          <p:cNvPr id="3" name="Footer Placeholder 2">
            <a:extLst>
              <a:ext uri="{FF2B5EF4-FFF2-40B4-BE49-F238E27FC236}">
                <a16:creationId xmlns:a16="http://schemas.microsoft.com/office/drawing/2014/main" id="{0BA9C161-5399-418E-9366-BE4BB8B975D7}"/>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9F4D30CD-C35C-4186-B800-BAA50C48B16E}"/>
              </a:ext>
            </a:extLst>
          </p:cNvPr>
          <p:cNvSpPr>
            <a:spLocks noGrp="1"/>
          </p:cNvSpPr>
          <p:nvPr>
            <p:ph type="sldNum" sz="quarter" idx="12"/>
          </p:nvPr>
        </p:nvSpPr>
        <p:spPr/>
        <p:txBody>
          <a:bodyPr/>
          <a:lstStyle/>
          <a:p>
            <a:fld id="{9C26C469-2091-4DFC-BD8F-7B41DBC10544}" type="slidenum">
              <a:rPr lang="en-IN" smtClean="0"/>
              <a:t>12</a:t>
            </a:fld>
            <a:endParaRPr lang="en-IN"/>
          </a:p>
        </p:txBody>
      </p:sp>
    </p:spTree>
    <p:extLst>
      <p:ext uri="{BB962C8B-B14F-4D97-AF65-F5344CB8AC3E}">
        <p14:creationId xmlns:p14="http://schemas.microsoft.com/office/powerpoint/2010/main" val="195020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707556"/>
          </a:xfrm>
        </p:spPr>
        <p:txBody>
          <a:bodyPr>
            <a:normAutofit fontScale="90000"/>
          </a:bodyPr>
          <a:lstStyle/>
          <a:p>
            <a:r>
              <a:rPr lang="en-IN" dirty="0"/>
              <a:t>Switch Statement</a:t>
            </a:r>
            <a:br>
              <a:rPr lang="en-IN" dirty="0"/>
            </a:br>
            <a:endParaRPr lang="en-IN" dirty="0"/>
          </a:p>
        </p:txBody>
      </p:sp>
      <p:sp>
        <p:nvSpPr>
          <p:cNvPr id="3" name="Content Placeholder 2"/>
          <p:cNvSpPr>
            <a:spLocks noGrp="1"/>
          </p:cNvSpPr>
          <p:nvPr>
            <p:ph idx="1"/>
          </p:nvPr>
        </p:nvSpPr>
        <p:spPr>
          <a:xfrm>
            <a:off x="1024128" y="1292772"/>
            <a:ext cx="9754708" cy="5016588"/>
          </a:xfrm>
        </p:spPr>
        <p:txBody>
          <a:bodyPr>
            <a:normAutofit/>
          </a:bodyPr>
          <a:lstStyle/>
          <a:p>
            <a:pPr algn="just">
              <a:buFont typeface="Arial" panose="020B0604020202020204" pitchFamily="34" charset="0"/>
              <a:buChar char="•"/>
            </a:pPr>
            <a:r>
              <a:rPr lang="en-US" sz="3600" dirty="0"/>
              <a:t>The switch statement in C is an alternate to if-else-if ladder statement which allows us to execute multiple operations for the different possible values of a single variable called switch variable. </a:t>
            </a:r>
          </a:p>
          <a:p>
            <a:pPr algn="just">
              <a:buFont typeface="Arial" panose="020B0604020202020204" pitchFamily="34" charset="0"/>
              <a:buChar char="•"/>
            </a:pPr>
            <a:r>
              <a:rPr lang="en-US" sz="3600" dirty="0"/>
              <a:t>Here, We can define various statements in the multiple cases for the different values of a single variable.</a:t>
            </a:r>
            <a:endParaRPr lang="en-IN" sz="3600" dirty="0"/>
          </a:p>
        </p:txBody>
      </p:sp>
      <p:sp>
        <p:nvSpPr>
          <p:cNvPr id="4" name="Footer Placeholder 3">
            <a:extLst>
              <a:ext uri="{FF2B5EF4-FFF2-40B4-BE49-F238E27FC236}">
                <a16:creationId xmlns:a16="http://schemas.microsoft.com/office/drawing/2014/main" id="{9D23C4B6-5074-466B-9582-558D40B691DA}"/>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B5D04601-3340-4B45-BCB9-BCCB28C1D8F8}"/>
              </a:ext>
            </a:extLst>
          </p:cNvPr>
          <p:cNvSpPr>
            <a:spLocks noGrp="1"/>
          </p:cNvSpPr>
          <p:nvPr>
            <p:ph type="sldNum" sz="quarter" idx="12"/>
          </p:nvPr>
        </p:nvSpPr>
        <p:spPr/>
        <p:txBody>
          <a:bodyPr/>
          <a:lstStyle/>
          <a:p>
            <a:fld id="{9C26C469-2091-4DFC-BD8F-7B41DBC10544}" type="slidenum">
              <a:rPr lang="en-IN" smtClean="0"/>
              <a:t>13</a:t>
            </a:fld>
            <a:endParaRPr lang="en-IN"/>
          </a:p>
        </p:txBody>
      </p:sp>
    </p:spTree>
    <p:extLst>
      <p:ext uri="{BB962C8B-B14F-4D97-AF65-F5344CB8AC3E}">
        <p14:creationId xmlns:p14="http://schemas.microsoft.com/office/powerpoint/2010/main" val="4079635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9221" y="433315"/>
            <a:ext cx="6798644" cy="6218125"/>
          </a:xfrm>
        </p:spPr>
      </p:pic>
      <p:sp>
        <p:nvSpPr>
          <p:cNvPr id="2" name="Footer Placeholder 1">
            <a:extLst>
              <a:ext uri="{FF2B5EF4-FFF2-40B4-BE49-F238E27FC236}">
                <a16:creationId xmlns:a16="http://schemas.microsoft.com/office/drawing/2014/main" id="{62501251-B01A-4474-9D97-9E008322D4B4}"/>
              </a:ext>
            </a:extLst>
          </p:cNvPr>
          <p:cNvSpPr>
            <a:spLocks noGrp="1"/>
          </p:cNvSpPr>
          <p:nvPr>
            <p:ph type="ftr" sz="quarter" idx="11"/>
          </p:nvPr>
        </p:nvSpPr>
        <p:spPr/>
        <p:txBody>
          <a:bodyPr/>
          <a:lstStyle/>
          <a:p>
            <a:r>
              <a:rPr lang="en-IN"/>
              <a:t>Vishnu Priya P M</a:t>
            </a:r>
          </a:p>
        </p:txBody>
      </p:sp>
      <p:sp>
        <p:nvSpPr>
          <p:cNvPr id="3" name="Slide Number Placeholder 2">
            <a:extLst>
              <a:ext uri="{FF2B5EF4-FFF2-40B4-BE49-F238E27FC236}">
                <a16:creationId xmlns:a16="http://schemas.microsoft.com/office/drawing/2014/main" id="{E142E225-B9FB-4773-9FD0-5CD962798C11}"/>
              </a:ext>
            </a:extLst>
          </p:cNvPr>
          <p:cNvSpPr>
            <a:spLocks noGrp="1"/>
          </p:cNvSpPr>
          <p:nvPr>
            <p:ph type="sldNum" sz="quarter" idx="12"/>
          </p:nvPr>
        </p:nvSpPr>
        <p:spPr/>
        <p:txBody>
          <a:bodyPr/>
          <a:lstStyle/>
          <a:p>
            <a:fld id="{9C26C469-2091-4DFC-BD8F-7B41DBC10544}" type="slidenum">
              <a:rPr lang="en-IN" smtClean="0"/>
              <a:t>14</a:t>
            </a:fld>
            <a:endParaRPr lang="en-IN"/>
          </a:p>
        </p:txBody>
      </p:sp>
    </p:spTree>
    <p:extLst>
      <p:ext uri="{BB962C8B-B14F-4D97-AF65-F5344CB8AC3E}">
        <p14:creationId xmlns:p14="http://schemas.microsoft.com/office/powerpoint/2010/main" val="1884742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5019" y="1096"/>
            <a:ext cx="7213969" cy="6856904"/>
          </a:xfrm>
        </p:spPr>
      </p:pic>
      <p:sp>
        <p:nvSpPr>
          <p:cNvPr id="3" name="Footer Placeholder 2">
            <a:extLst>
              <a:ext uri="{FF2B5EF4-FFF2-40B4-BE49-F238E27FC236}">
                <a16:creationId xmlns:a16="http://schemas.microsoft.com/office/drawing/2014/main" id="{796CCA8E-C901-4B46-8BAA-4F96E765985C}"/>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1F2E1693-99CC-472C-869A-AEEC030942B0}"/>
              </a:ext>
            </a:extLst>
          </p:cNvPr>
          <p:cNvSpPr>
            <a:spLocks noGrp="1"/>
          </p:cNvSpPr>
          <p:nvPr>
            <p:ph type="sldNum" sz="quarter" idx="12"/>
          </p:nvPr>
        </p:nvSpPr>
        <p:spPr/>
        <p:txBody>
          <a:bodyPr/>
          <a:lstStyle/>
          <a:p>
            <a:fld id="{9C26C469-2091-4DFC-BD8F-7B41DBC10544}" type="slidenum">
              <a:rPr lang="en-IN" smtClean="0"/>
              <a:t>15</a:t>
            </a:fld>
            <a:endParaRPr lang="en-IN"/>
          </a:p>
        </p:txBody>
      </p:sp>
    </p:spTree>
    <p:extLst>
      <p:ext uri="{BB962C8B-B14F-4D97-AF65-F5344CB8AC3E}">
        <p14:creationId xmlns:p14="http://schemas.microsoft.com/office/powerpoint/2010/main" val="3509307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7FC1E3-0962-43A4-B23A-386B585232D3}"/>
              </a:ext>
            </a:extLst>
          </p:cNvPr>
          <p:cNvSpPr txBox="1"/>
          <p:nvPr/>
        </p:nvSpPr>
        <p:spPr>
          <a:xfrm>
            <a:off x="902368" y="363974"/>
            <a:ext cx="6097604" cy="584775"/>
          </a:xfrm>
          <a:prstGeom prst="rect">
            <a:avLst/>
          </a:prstGeom>
          <a:noFill/>
        </p:spPr>
        <p:txBody>
          <a:bodyPr wrap="square">
            <a:spAutoFit/>
          </a:bodyPr>
          <a:lstStyle/>
          <a:p>
            <a:r>
              <a:rPr lang="en-US" sz="3200" dirty="0">
                <a:solidFill>
                  <a:srgbClr val="FF0000"/>
                </a:solidFill>
                <a:latin typeface="Times New Roman" panose="02020603050405020304" pitchFamily="18" charset="0"/>
                <a:ea typeface="Times New Roman" panose="02020603050405020304" pitchFamily="18" charset="0"/>
              </a:rPr>
              <a:t>T</a:t>
            </a:r>
            <a:r>
              <a:rPr lang="en-US" sz="3200" dirty="0">
                <a:solidFill>
                  <a:srgbClr val="FF0000"/>
                </a:solidFill>
                <a:effectLst/>
                <a:latin typeface="Times New Roman" panose="02020603050405020304" pitchFamily="18" charset="0"/>
                <a:ea typeface="Times New Roman" panose="02020603050405020304" pitchFamily="18" charset="0"/>
              </a:rPr>
              <a:t>ernary operator</a:t>
            </a:r>
            <a:endParaRPr lang="en-IN" sz="3200" dirty="0"/>
          </a:p>
        </p:txBody>
      </p:sp>
      <p:sp>
        <p:nvSpPr>
          <p:cNvPr id="6" name="Rectangle 1">
            <a:extLst>
              <a:ext uri="{FF2B5EF4-FFF2-40B4-BE49-F238E27FC236}">
                <a16:creationId xmlns:a16="http://schemas.microsoft.com/office/drawing/2014/main" id="{2AB1597D-F443-4798-AF4C-02CFA45E61A9}"/>
              </a:ext>
            </a:extLst>
          </p:cNvPr>
          <p:cNvSpPr>
            <a:spLocks noChangeArrowheads="1"/>
          </p:cNvSpPr>
          <p:nvPr/>
        </p:nvSpPr>
        <p:spPr bwMode="auto">
          <a:xfrm>
            <a:off x="452387" y="1130793"/>
            <a:ext cx="11531066"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ternary operator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shorthand way to write an if-else statement in many programming languages, including C, C++, and Python. It is also known as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conditional operator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because it evaluates a condition and returns one of two values based on the result of that condition.</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Syntax of the Ternary Operator</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condition ? expression1 : expression2;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condition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boolean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expression that is evaluated.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expression1</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value that is returned if the condition is true.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expression2</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value that is returned if the condition is false.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in C</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 a = 10, b = 20; int max = (a &gt; b) ? a : b;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this example, the condition (a &gt; b) is checked:</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true, max will be assigned the value of a.</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false, max will be assigned the value of b.</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Here, max would be 20 because a &gt; b is false.</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DEDEC8BF-7A4D-4D11-BF34-96435FEF48E6}"/>
              </a:ext>
            </a:extLst>
          </p:cNvPr>
          <p:cNvSpPr>
            <a:spLocks noGrp="1"/>
          </p:cNvSpPr>
          <p:nvPr>
            <p:ph type="ftr" sz="quarter" idx="11"/>
          </p:nvPr>
        </p:nvSpPr>
        <p:spPr/>
        <p:txBody>
          <a:bodyPr/>
          <a:lstStyle/>
          <a:p>
            <a:r>
              <a:rPr lang="en-IN"/>
              <a:t>Vishnu Priya P M</a:t>
            </a:r>
          </a:p>
        </p:txBody>
      </p:sp>
      <p:sp>
        <p:nvSpPr>
          <p:cNvPr id="3" name="Slide Number Placeholder 2">
            <a:extLst>
              <a:ext uri="{FF2B5EF4-FFF2-40B4-BE49-F238E27FC236}">
                <a16:creationId xmlns:a16="http://schemas.microsoft.com/office/drawing/2014/main" id="{3A39C000-CD9C-42AA-8CF8-1D4EBB3635F7}"/>
              </a:ext>
            </a:extLst>
          </p:cNvPr>
          <p:cNvSpPr>
            <a:spLocks noGrp="1"/>
          </p:cNvSpPr>
          <p:nvPr>
            <p:ph type="sldNum" sz="quarter" idx="12"/>
          </p:nvPr>
        </p:nvSpPr>
        <p:spPr/>
        <p:txBody>
          <a:bodyPr/>
          <a:lstStyle/>
          <a:p>
            <a:fld id="{9C26C469-2091-4DFC-BD8F-7B41DBC10544}" type="slidenum">
              <a:rPr lang="en-IN" smtClean="0"/>
              <a:t>16</a:t>
            </a:fld>
            <a:endParaRPr lang="en-IN"/>
          </a:p>
        </p:txBody>
      </p:sp>
    </p:spTree>
    <p:extLst>
      <p:ext uri="{BB962C8B-B14F-4D97-AF65-F5344CB8AC3E}">
        <p14:creationId xmlns:p14="http://schemas.microsoft.com/office/powerpoint/2010/main" val="248220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74F12F5-D5D9-4E38-AFBC-9667CA6651A2}"/>
              </a:ext>
            </a:extLst>
          </p:cNvPr>
          <p:cNvSpPr>
            <a:spLocks noChangeArrowheads="1"/>
          </p:cNvSpPr>
          <p:nvPr/>
        </p:nvSpPr>
        <p:spPr bwMode="auto">
          <a:xfrm>
            <a:off x="423512" y="372760"/>
            <a:ext cx="1086692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Advantages of the Ternary Operator</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Conciseness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allows you to write simple conditional statements in a single line.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Readability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When used appropriately, it can make the code more readable by reducing the need for multiple lines of if-else statements.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to Use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ternary operator is best suited for simple conditional assignments or returns where the logic is straightforward.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more complex conditions or actions, traditional if-else statements might be clearer and easier to understand.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01CFD8E7-9D03-4163-9324-E300CB622F5A}"/>
              </a:ext>
            </a:extLst>
          </p:cNvPr>
          <p:cNvSpPr>
            <a:spLocks noGrp="1"/>
          </p:cNvSpPr>
          <p:nvPr>
            <p:ph type="ftr" sz="quarter" idx="11"/>
          </p:nvPr>
        </p:nvSpPr>
        <p:spPr/>
        <p:txBody>
          <a:bodyPr/>
          <a:lstStyle/>
          <a:p>
            <a:r>
              <a:rPr lang="en-IN"/>
              <a:t>Vishnu Priya P M</a:t>
            </a:r>
          </a:p>
        </p:txBody>
      </p:sp>
      <p:sp>
        <p:nvSpPr>
          <p:cNvPr id="3" name="Slide Number Placeholder 2">
            <a:extLst>
              <a:ext uri="{FF2B5EF4-FFF2-40B4-BE49-F238E27FC236}">
                <a16:creationId xmlns:a16="http://schemas.microsoft.com/office/drawing/2014/main" id="{C7B27B93-34B4-43B4-8360-C5E7E143DBA6}"/>
              </a:ext>
            </a:extLst>
          </p:cNvPr>
          <p:cNvSpPr>
            <a:spLocks noGrp="1"/>
          </p:cNvSpPr>
          <p:nvPr>
            <p:ph type="sldNum" sz="quarter" idx="12"/>
          </p:nvPr>
        </p:nvSpPr>
        <p:spPr/>
        <p:txBody>
          <a:bodyPr/>
          <a:lstStyle/>
          <a:p>
            <a:fld id="{9C26C469-2091-4DFC-BD8F-7B41DBC10544}" type="slidenum">
              <a:rPr lang="en-IN" smtClean="0"/>
              <a:t>17</a:t>
            </a:fld>
            <a:endParaRPr lang="en-IN"/>
          </a:p>
        </p:txBody>
      </p:sp>
    </p:spTree>
    <p:extLst>
      <p:ext uri="{BB962C8B-B14F-4D97-AF65-F5344CB8AC3E}">
        <p14:creationId xmlns:p14="http://schemas.microsoft.com/office/powerpoint/2010/main" val="4293149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781129"/>
          </a:xfrm>
        </p:spPr>
        <p:txBody>
          <a:bodyPr>
            <a:normAutofit fontScale="90000"/>
          </a:bodyPr>
          <a:lstStyle/>
          <a:p>
            <a:r>
              <a:rPr lang="en-IN" dirty="0"/>
              <a:t>C Loops</a:t>
            </a:r>
            <a:br>
              <a:rPr lang="en-IN" dirty="0"/>
            </a:br>
            <a:endParaRPr lang="en-IN" dirty="0"/>
          </a:p>
        </p:txBody>
      </p:sp>
      <p:sp>
        <p:nvSpPr>
          <p:cNvPr id="3" name="Content Placeholder 2"/>
          <p:cNvSpPr>
            <a:spLocks noGrp="1"/>
          </p:cNvSpPr>
          <p:nvPr>
            <p:ph idx="1"/>
          </p:nvPr>
        </p:nvSpPr>
        <p:spPr>
          <a:xfrm>
            <a:off x="1024128" y="1271752"/>
            <a:ext cx="9720073" cy="5037608"/>
          </a:xfrm>
        </p:spPr>
        <p:txBody>
          <a:bodyPr/>
          <a:lstStyle/>
          <a:p>
            <a:pPr algn="just">
              <a:buFont typeface="Wingdings" panose="05000000000000000000" pitchFamily="2" charset="2"/>
              <a:buChar char="§"/>
            </a:pPr>
            <a:r>
              <a:rPr lang="en-US" dirty="0"/>
              <a:t>The looping can be defined as repeating the same process multiple times until a specific condition satisfies.</a:t>
            </a:r>
          </a:p>
          <a:p>
            <a:pPr algn="just">
              <a:buFont typeface="Wingdings" panose="05000000000000000000" pitchFamily="2" charset="2"/>
              <a:buChar char="§"/>
            </a:pPr>
            <a:endParaRPr lang="en-US" dirty="0"/>
          </a:p>
          <a:p>
            <a:pPr marL="0" indent="0">
              <a:buNone/>
            </a:pPr>
            <a:r>
              <a:rPr lang="en-US" dirty="0">
                <a:solidFill>
                  <a:srgbClr val="FF0000"/>
                </a:solidFill>
              </a:rPr>
              <a:t>Types of C Loops</a:t>
            </a:r>
          </a:p>
          <a:p>
            <a:r>
              <a:rPr lang="en-US" dirty="0"/>
              <a:t>There are three types of loops in C language that is given below:</a:t>
            </a:r>
          </a:p>
          <a:p>
            <a:pPr>
              <a:buFont typeface="Arial" panose="020B0604020202020204" pitchFamily="34" charset="0"/>
              <a:buChar char="•"/>
            </a:pPr>
            <a:r>
              <a:rPr lang="en-US" dirty="0">
                <a:solidFill>
                  <a:srgbClr val="FF0000"/>
                </a:solidFill>
              </a:rPr>
              <a:t>do while</a:t>
            </a:r>
          </a:p>
          <a:p>
            <a:pPr>
              <a:buFont typeface="Arial" panose="020B0604020202020204" pitchFamily="34" charset="0"/>
              <a:buChar char="•"/>
            </a:pPr>
            <a:r>
              <a:rPr lang="en-US" dirty="0">
                <a:solidFill>
                  <a:srgbClr val="FF0000"/>
                </a:solidFill>
              </a:rPr>
              <a:t>while</a:t>
            </a:r>
          </a:p>
          <a:p>
            <a:pPr>
              <a:buFont typeface="Arial" panose="020B0604020202020204" pitchFamily="34" charset="0"/>
              <a:buChar char="•"/>
            </a:pPr>
            <a:r>
              <a:rPr lang="en-US" dirty="0">
                <a:solidFill>
                  <a:srgbClr val="FF0000"/>
                </a:solidFill>
              </a:rPr>
              <a:t>for</a:t>
            </a:r>
          </a:p>
          <a:p>
            <a:pPr algn="just">
              <a:buFont typeface="Wingdings" panose="05000000000000000000" pitchFamily="2" charset="2"/>
              <a:buChar char="§"/>
            </a:pPr>
            <a:endParaRPr lang="en-IN" dirty="0"/>
          </a:p>
        </p:txBody>
      </p:sp>
      <p:sp>
        <p:nvSpPr>
          <p:cNvPr id="4" name="Footer Placeholder 3">
            <a:extLst>
              <a:ext uri="{FF2B5EF4-FFF2-40B4-BE49-F238E27FC236}">
                <a16:creationId xmlns:a16="http://schemas.microsoft.com/office/drawing/2014/main" id="{DBFAD4B5-2C81-4F72-BCBE-B213F1C0CA55}"/>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50840B4B-FB74-4760-BCFB-2A0EF6CC0C2A}"/>
              </a:ext>
            </a:extLst>
          </p:cNvPr>
          <p:cNvSpPr>
            <a:spLocks noGrp="1"/>
          </p:cNvSpPr>
          <p:nvPr>
            <p:ph type="sldNum" sz="quarter" idx="12"/>
          </p:nvPr>
        </p:nvSpPr>
        <p:spPr/>
        <p:txBody>
          <a:bodyPr/>
          <a:lstStyle/>
          <a:p>
            <a:fld id="{9C26C469-2091-4DFC-BD8F-7B41DBC10544}" type="slidenum">
              <a:rPr lang="en-IN" smtClean="0"/>
              <a:t>18</a:t>
            </a:fld>
            <a:endParaRPr lang="en-IN"/>
          </a:p>
        </p:txBody>
      </p:sp>
    </p:spTree>
    <p:extLst>
      <p:ext uri="{BB962C8B-B14F-4D97-AF65-F5344CB8AC3E}">
        <p14:creationId xmlns:p14="http://schemas.microsoft.com/office/powerpoint/2010/main" val="170860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844191"/>
          </a:xfrm>
        </p:spPr>
        <p:txBody>
          <a:bodyPr>
            <a:normAutofit fontScale="90000"/>
          </a:bodyPr>
          <a:lstStyle/>
          <a:p>
            <a:br>
              <a:rPr lang="en-IN" dirty="0"/>
            </a:br>
            <a:br>
              <a:rPr lang="en-IN" dirty="0"/>
            </a:br>
            <a:r>
              <a:rPr lang="en-IN" dirty="0"/>
              <a:t>while loop in C</a:t>
            </a:r>
            <a:br>
              <a:rPr lang="en-IN" dirty="0"/>
            </a:br>
            <a:br>
              <a:rPr lang="en-IN" dirty="0"/>
            </a:br>
            <a:endParaRPr lang="en-IN" dirty="0"/>
          </a:p>
        </p:txBody>
      </p:sp>
      <p:sp>
        <p:nvSpPr>
          <p:cNvPr id="3" name="Content Placeholder 2"/>
          <p:cNvSpPr>
            <a:spLocks noGrp="1"/>
          </p:cNvSpPr>
          <p:nvPr>
            <p:ph idx="1"/>
          </p:nvPr>
        </p:nvSpPr>
        <p:spPr>
          <a:xfrm>
            <a:off x="1024128" y="1818290"/>
            <a:ext cx="9720073" cy="4491070"/>
          </a:xfrm>
        </p:spPr>
        <p:txBody>
          <a:bodyPr/>
          <a:lstStyle/>
          <a:p>
            <a:r>
              <a:rPr lang="en-US" dirty="0"/>
              <a:t>A </a:t>
            </a:r>
            <a:r>
              <a:rPr lang="en-US" b="1" dirty="0"/>
              <a:t>while</a:t>
            </a:r>
            <a:r>
              <a:rPr lang="en-US" dirty="0"/>
              <a:t> loop in C programming repeatedly executes a target statement as long as a given condition is true.</a:t>
            </a:r>
          </a:p>
          <a:p>
            <a:endParaRPr lang="en-US" dirty="0"/>
          </a:p>
          <a:p>
            <a:r>
              <a:rPr lang="en-US" dirty="0">
                <a:solidFill>
                  <a:srgbClr val="FF0000"/>
                </a:solidFill>
              </a:rPr>
              <a:t>Syntax</a:t>
            </a:r>
          </a:p>
          <a:p>
            <a:r>
              <a:rPr lang="en-US" dirty="0"/>
              <a:t>The syntax of a while loop in C programming language is −</a:t>
            </a:r>
          </a:p>
          <a:p>
            <a:endParaRPr lang="en-US" dirty="0"/>
          </a:p>
          <a:p>
            <a:r>
              <a:rPr lang="en-US" dirty="0">
                <a:solidFill>
                  <a:srgbClr val="FF0000"/>
                </a:solidFill>
              </a:rPr>
              <a:t>while(condition) {</a:t>
            </a:r>
          </a:p>
          <a:p>
            <a:r>
              <a:rPr lang="en-US" dirty="0">
                <a:solidFill>
                  <a:srgbClr val="FF0000"/>
                </a:solidFill>
              </a:rPr>
              <a:t>   statement(s);</a:t>
            </a:r>
          </a:p>
          <a:p>
            <a:r>
              <a:rPr lang="en-US" dirty="0">
                <a:solidFill>
                  <a:srgbClr val="FF0000"/>
                </a:solidFill>
              </a:rPr>
              <a:t>}</a:t>
            </a:r>
            <a:endParaRPr lang="en-IN" dirty="0">
              <a:solidFill>
                <a:srgbClr val="FF0000"/>
              </a:solidFill>
            </a:endParaRPr>
          </a:p>
        </p:txBody>
      </p:sp>
      <p:sp>
        <p:nvSpPr>
          <p:cNvPr id="4" name="Footer Placeholder 3">
            <a:extLst>
              <a:ext uri="{FF2B5EF4-FFF2-40B4-BE49-F238E27FC236}">
                <a16:creationId xmlns:a16="http://schemas.microsoft.com/office/drawing/2014/main" id="{162C371D-17B3-4FFE-A44B-87D6F79EBED6}"/>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E7DFB397-2996-475E-B33A-C247DA79F8CD}"/>
              </a:ext>
            </a:extLst>
          </p:cNvPr>
          <p:cNvSpPr>
            <a:spLocks noGrp="1"/>
          </p:cNvSpPr>
          <p:nvPr>
            <p:ph type="sldNum" sz="quarter" idx="12"/>
          </p:nvPr>
        </p:nvSpPr>
        <p:spPr/>
        <p:txBody>
          <a:bodyPr/>
          <a:lstStyle/>
          <a:p>
            <a:fld id="{9C26C469-2091-4DFC-BD8F-7B41DBC10544}" type="slidenum">
              <a:rPr lang="en-IN" smtClean="0"/>
              <a:t>19</a:t>
            </a:fld>
            <a:endParaRPr lang="en-IN"/>
          </a:p>
        </p:txBody>
      </p:sp>
    </p:spTree>
    <p:extLst>
      <p:ext uri="{BB962C8B-B14F-4D97-AF65-F5344CB8AC3E}">
        <p14:creationId xmlns:p14="http://schemas.microsoft.com/office/powerpoint/2010/main" val="2597053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33575" y="52611"/>
            <a:ext cx="7179043" cy="6805389"/>
          </a:xfrm>
        </p:spPr>
      </p:pic>
      <p:sp>
        <p:nvSpPr>
          <p:cNvPr id="3" name="Footer Placeholder 2">
            <a:extLst>
              <a:ext uri="{FF2B5EF4-FFF2-40B4-BE49-F238E27FC236}">
                <a16:creationId xmlns:a16="http://schemas.microsoft.com/office/drawing/2014/main" id="{F3659CCE-6827-4CC1-9EED-A1FDE51357B2}"/>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30927776-468C-4CE4-8610-41659E4CDF7D}"/>
              </a:ext>
            </a:extLst>
          </p:cNvPr>
          <p:cNvSpPr>
            <a:spLocks noGrp="1"/>
          </p:cNvSpPr>
          <p:nvPr>
            <p:ph type="sldNum" sz="quarter" idx="12"/>
          </p:nvPr>
        </p:nvSpPr>
        <p:spPr/>
        <p:txBody>
          <a:bodyPr/>
          <a:lstStyle/>
          <a:p>
            <a:fld id="{9C26C469-2091-4DFC-BD8F-7B41DBC10544}" type="slidenum">
              <a:rPr lang="en-IN" smtClean="0"/>
              <a:t>20</a:t>
            </a:fld>
            <a:endParaRPr lang="en-IN"/>
          </a:p>
        </p:txBody>
      </p:sp>
    </p:spTree>
    <p:extLst>
      <p:ext uri="{BB962C8B-B14F-4D97-AF65-F5344CB8AC3E}">
        <p14:creationId xmlns:p14="http://schemas.microsoft.com/office/powerpoint/2010/main" val="2475824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for loop in C</a:t>
            </a:r>
            <a:br>
              <a:rPr lang="en-IN" dirty="0"/>
            </a:br>
            <a:endParaRPr lang="en-IN" dirty="0"/>
          </a:p>
        </p:txBody>
      </p:sp>
      <p:sp>
        <p:nvSpPr>
          <p:cNvPr id="3" name="Content Placeholder 2"/>
          <p:cNvSpPr>
            <a:spLocks noGrp="1"/>
          </p:cNvSpPr>
          <p:nvPr>
            <p:ph idx="1"/>
          </p:nvPr>
        </p:nvSpPr>
        <p:spPr/>
        <p:txBody>
          <a:bodyPr>
            <a:normAutofit lnSpcReduction="10000"/>
          </a:bodyPr>
          <a:lstStyle/>
          <a:p>
            <a:pPr algn="just"/>
            <a:r>
              <a:rPr lang="en-US" dirty="0"/>
              <a:t>A </a:t>
            </a:r>
            <a:r>
              <a:rPr lang="en-US" b="1" dirty="0"/>
              <a:t>for</a:t>
            </a:r>
            <a:r>
              <a:rPr lang="en-US" dirty="0"/>
              <a:t> loop is a repetition control structure that allows you to efficiently write a loop that needs to execute a specific number of times.</a:t>
            </a:r>
          </a:p>
          <a:p>
            <a:pPr algn="just"/>
            <a:endParaRPr lang="en-US" dirty="0"/>
          </a:p>
          <a:p>
            <a:pPr algn="just"/>
            <a:r>
              <a:rPr lang="en-US" dirty="0"/>
              <a:t>Syntax</a:t>
            </a:r>
          </a:p>
          <a:p>
            <a:pPr algn="just"/>
            <a:r>
              <a:rPr lang="en-US" dirty="0"/>
              <a:t>The syntax of a for loop in C programming language is −</a:t>
            </a:r>
          </a:p>
          <a:p>
            <a:pPr algn="just"/>
            <a:endParaRPr lang="en-US" dirty="0"/>
          </a:p>
          <a:p>
            <a:pPr algn="just"/>
            <a:r>
              <a:rPr lang="en-US" dirty="0">
                <a:solidFill>
                  <a:srgbClr val="FF0000"/>
                </a:solidFill>
              </a:rPr>
              <a:t>for ( </a:t>
            </a:r>
            <a:r>
              <a:rPr lang="en-US" dirty="0" err="1">
                <a:solidFill>
                  <a:srgbClr val="FF0000"/>
                </a:solidFill>
              </a:rPr>
              <a:t>init</a:t>
            </a:r>
            <a:r>
              <a:rPr lang="en-US" dirty="0">
                <a:solidFill>
                  <a:srgbClr val="FF0000"/>
                </a:solidFill>
              </a:rPr>
              <a:t>; condition; increment ) {</a:t>
            </a:r>
          </a:p>
          <a:p>
            <a:pPr algn="just"/>
            <a:r>
              <a:rPr lang="en-US" dirty="0">
                <a:solidFill>
                  <a:srgbClr val="FF0000"/>
                </a:solidFill>
              </a:rPr>
              <a:t>   statement(s);</a:t>
            </a:r>
          </a:p>
          <a:p>
            <a:pPr algn="just"/>
            <a:r>
              <a:rPr lang="en-US" dirty="0">
                <a:solidFill>
                  <a:srgbClr val="FF0000"/>
                </a:solidFill>
              </a:rPr>
              <a:t>}</a:t>
            </a:r>
            <a:endParaRPr lang="en-IN" dirty="0">
              <a:solidFill>
                <a:srgbClr val="FF0000"/>
              </a:solidFill>
            </a:endParaRPr>
          </a:p>
        </p:txBody>
      </p:sp>
      <p:sp>
        <p:nvSpPr>
          <p:cNvPr id="4" name="Footer Placeholder 3">
            <a:extLst>
              <a:ext uri="{FF2B5EF4-FFF2-40B4-BE49-F238E27FC236}">
                <a16:creationId xmlns:a16="http://schemas.microsoft.com/office/drawing/2014/main" id="{146C6A07-5F5D-42B0-A4D9-7C5A53557EAA}"/>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8BB79B72-C008-4408-BD45-D14E865E31FE}"/>
              </a:ext>
            </a:extLst>
          </p:cNvPr>
          <p:cNvSpPr>
            <a:spLocks noGrp="1"/>
          </p:cNvSpPr>
          <p:nvPr>
            <p:ph type="sldNum" sz="quarter" idx="12"/>
          </p:nvPr>
        </p:nvSpPr>
        <p:spPr/>
        <p:txBody>
          <a:bodyPr/>
          <a:lstStyle/>
          <a:p>
            <a:fld id="{9C26C469-2091-4DFC-BD8F-7B41DBC10544}" type="slidenum">
              <a:rPr lang="en-IN" smtClean="0"/>
              <a:t>21</a:t>
            </a:fld>
            <a:endParaRPr lang="en-IN"/>
          </a:p>
        </p:txBody>
      </p:sp>
    </p:spTree>
    <p:extLst>
      <p:ext uri="{BB962C8B-B14F-4D97-AF65-F5344CB8AC3E}">
        <p14:creationId xmlns:p14="http://schemas.microsoft.com/office/powerpoint/2010/main" val="3848427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6855" y="585216"/>
            <a:ext cx="6521901" cy="5723509"/>
          </a:xfrm>
        </p:spPr>
      </p:pic>
      <p:sp>
        <p:nvSpPr>
          <p:cNvPr id="3" name="Footer Placeholder 2">
            <a:extLst>
              <a:ext uri="{FF2B5EF4-FFF2-40B4-BE49-F238E27FC236}">
                <a16:creationId xmlns:a16="http://schemas.microsoft.com/office/drawing/2014/main" id="{55222751-8C7A-4DD2-9090-409A1CE33EEB}"/>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4BC11A64-48BE-4EE0-BB86-4EC6831A1F11}"/>
              </a:ext>
            </a:extLst>
          </p:cNvPr>
          <p:cNvSpPr>
            <a:spLocks noGrp="1"/>
          </p:cNvSpPr>
          <p:nvPr>
            <p:ph type="sldNum" sz="quarter" idx="12"/>
          </p:nvPr>
        </p:nvSpPr>
        <p:spPr/>
        <p:txBody>
          <a:bodyPr/>
          <a:lstStyle/>
          <a:p>
            <a:fld id="{9C26C469-2091-4DFC-BD8F-7B41DBC10544}" type="slidenum">
              <a:rPr lang="en-IN" smtClean="0"/>
              <a:t>22</a:t>
            </a:fld>
            <a:endParaRPr lang="en-IN"/>
          </a:p>
        </p:txBody>
      </p:sp>
    </p:spTree>
    <p:extLst>
      <p:ext uri="{BB962C8B-B14F-4D97-AF65-F5344CB8AC3E}">
        <p14:creationId xmlns:p14="http://schemas.microsoft.com/office/powerpoint/2010/main" val="1685149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do...while loop in C</a:t>
            </a:r>
            <a:br>
              <a:rPr lang="en-IN" dirty="0"/>
            </a:br>
            <a:endParaRPr lang="en-IN" dirty="0"/>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3200" dirty="0"/>
              <a:t>Unlike </a:t>
            </a:r>
            <a:r>
              <a:rPr lang="en-US" sz="3200" b="1" dirty="0"/>
              <a:t>for</a:t>
            </a:r>
            <a:r>
              <a:rPr lang="en-US" sz="3200" dirty="0"/>
              <a:t> and </a:t>
            </a:r>
            <a:r>
              <a:rPr lang="en-US" sz="3200" b="1" dirty="0"/>
              <a:t>while</a:t>
            </a:r>
            <a:r>
              <a:rPr lang="en-US" sz="3200" dirty="0"/>
              <a:t> loops, which test the loop condition at the top of the loop, the </a:t>
            </a:r>
            <a:r>
              <a:rPr lang="en-US" sz="3200" b="1" dirty="0"/>
              <a:t>do...while</a:t>
            </a:r>
            <a:r>
              <a:rPr lang="en-US" sz="3200" dirty="0"/>
              <a:t> loop in C programming checks its condition at the bottom of the loop.</a:t>
            </a:r>
          </a:p>
          <a:p>
            <a:pPr algn="just">
              <a:buFont typeface="Arial" panose="020B0604020202020204" pitchFamily="34" charset="0"/>
              <a:buChar char="•"/>
            </a:pPr>
            <a:r>
              <a:rPr lang="en-US" sz="3200" dirty="0"/>
              <a:t>A </a:t>
            </a:r>
            <a:r>
              <a:rPr lang="en-US" sz="3200" b="1" dirty="0"/>
              <a:t>do...while</a:t>
            </a:r>
            <a:r>
              <a:rPr lang="en-US" sz="3200" dirty="0"/>
              <a:t> loop is similar to a while loop, except the fact that it is guaranteed to execute at least one time.</a:t>
            </a:r>
          </a:p>
          <a:p>
            <a:endParaRPr lang="en-IN" sz="3200" dirty="0"/>
          </a:p>
        </p:txBody>
      </p:sp>
      <p:sp>
        <p:nvSpPr>
          <p:cNvPr id="4" name="Footer Placeholder 3">
            <a:extLst>
              <a:ext uri="{FF2B5EF4-FFF2-40B4-BE49-F238E27FC236}">
                <a16:creationId xmlns:a16="http://schemas.microsoft.com/office/drawing/2014/main" id="{050D5498-6B63-4BDD-A25F-7699CE0CC2B7}"/>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419C8A0D-3202-4B0A-8BEC-09E662560B53}"/>
              </a:ext>
            </a:extLst>
          </p:cNvPr>
          <p:cNvSpPr>
            <a:spLocks noGrp="1"/>
          </p:cNvSpPr>
          <p:nvPr>
            <p:ph type="sldNum" sz="quarter" idx="12"/>
          </p:nvPr>
        </p:nvSpPr>
        <p:spPr/>
        <p:txBody>
          <a:bodyPr/>
          <a:lstStyle/>
          <a:p>
            <a:fld id="{9C26C469-2091-4DFC-BD8F-7B41DBC10544}" type="slidenum">
              <a:rPr lang="en-IN" smtClean="0"/>
              <a:t>23</a:t>
            </a:fld>
            <a:endParaRPr lang="en-IN"/>
          </a:p>
        </p:txBody>
      </p:sp>
    </p:spTree>
    <p:extLst>
      <p:ext uri="{BB962C8B-B14F-4D97-AF65-F5344CB8AC3E}">
        <p14:creationId xmlns:p14="http://schemas.microsoft.com/office/powerpoint/2010/main" val="1385589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syntax of a do...while loop in C programming language is −</a:t>
            </a:r>
          </a:p>
          <a:p>
            <a:endParaRPr lang="en-US" dirty="0"/>
          </a:p>
          <a:p>
            <a:r>
              <a:rPr lang="en-US" dirty="0">
                <a:solidFill>
                  <a:srgbClr val="FF0000"/>
                </a:solidFill>
              </a:rPr>
              <a:t>do {</a:t>
            </a:r>
          </a:p>
          <a:p>
            <a:r>
              <a:rPr lang="en-US" dirty="0">
                <a:solidFill>
                  <a:srgbClr val="FF0000"/>
                </a:solidFill>
              </a:rPr>
              <a:t>   statement(s);</a:t>
            </a:r>
          </a:p>
          <a:p>
            <a:r>
              <a:rPr lang="en-US" dirty="0">
                <a:solidFill>
                  <a:srgbClr val="FF0000"/>
                </a:solidFill>
              </a:rPr>
              <a:t>} while( condition );</a:t>
            </a:r>
          </a:p>
          <a:p>
            <a:r>
              <a:rPr lang="en-US" dirty="0"/>
              <a:t>Notice that the conditional expression appears at the end of the loop, so the statement(s) in the loop executes once before the condition is tested.</a:t>
            </a:r>
            <a:endParaRPr lang="en-IN" dirty="0"/>
          </a:p>
        </p:txBody>
      </p:sp>
      <p:sp>
        <p:nvSpPr>
          <p:cNvPr id="4" name="Footer Placeholder 3">
            <a:extLst>
              <a:ext uri="{FF2B5EF4-FFF2-40B4-BE49-F238E27FC236}">
                <a16:creationId xmlns:a16="http://schemas.microsoft.com/office/drawing/2014/main" id="{065B1FB8-ACC7-4E4E-8DD2-67D913ACBC9D}"/>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62910FCA-84ED-483D-8BCF-69FA6152A275}"/>
              </a:ext>
            </a:extLst>
          </p:cNvPr>
          <p:cNvSpPr>
            <a:spLocks noGrp="1"/>
          </p:cNvSpPr>
          <p:nvPr>
            <p:ph type="sldNum" sz="quarter" idx="12"/>
          </p:nvPr>
        </p:nvSpPr>
        <p:spPr/>
        <p:txBody>
          <a:bodyPr/>
          <a:lstStyle/>
          <a:p>
            <a:fld id="{9C26C469-2091-4DFC-BD8F-7B41DBC10544}" type="slidenum">
              <a:rPr lang="en-IN" smtClean="0"/>
              <a:t>24</a:t>
            </a:fld>
            <a:endParaRPr lang="en-IN"/>
          </a:p>
        </p:txBody>
      </p:sp>
    </p:spTree>
    <p:extLst>
      <p:ext uri="{BB962C8B-B14F-4D97-AF65-F5344CB8AC3E}">
        <p14:creationId xmlns:p14="http://schemas.microsoft.com/office/powerpoint/2010/main" val="2711404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8594" y="357352"/>
            <a:ext cx="6456358" cy="5951373"/>
          </a:xfrm>
        </p:spPr>
      </p:pic>
      <p:sp>
        <p:nvSpPr>
          <p:cNvPr id="3" name="Footer Placeholder 2">
            <a:extLst>
              <a:ext uri="{FF2B5EF4-FFF2-40B4-BE49-F238E27FC236}">
                <a16:creationId xmlns:a16="http://schemas.microsoft.com/office/drawing/2014/main" id="{E7983D49-A746-4A0A-B13F-23017F45D0C7}"/>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E3D7E3B1-8D34-4850-BE93-B13D279A36F6}"/>
              </a:ext>
            </a:extLst>
          </p:cNvPr>
          <p:cNvSpPr>
            <a:spLocks noGrp="1"/>
          </p:cNvSpPr>
          <p:nvPr>
            <p:ph type="sldNum" sz="quarter" idx="12"/>
          </p:nvPr>
        </p:nvSpPr>
        <p:spPr/>
        <p:txBody>
          <a:bodyPr/>
          <a:lstStyle/>
          <a:p>
            <a:fld id="{9C26C469-2091-4DFC-BD8F-7B41DBC10544}" type="slidenum">
              <a:rPr lang="en-IN" smtClean="0"/>
              <a:t>25</a:t>
            </a:fld>
            <a:endParaRPr lang="en-IN"/>
          </a:p>
        </p:txBody>
      </p:sp>
    </p:spTree>
    <p:extLst>
      <p:ext uri="{BB962C8B-B14F-4D97-AF65-F5344CB8AC3E}">
        <p14:creationId xmlns:p14="http://schemas.microsoft.com/office/powerpoint/2010/main" val="1305149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 Comments</a:t>
            </a:r>
            <a:br>
              <a:rPr lang="en-IN" dirty="0"/>
            </a:br>
            <a:endParaRPr lang="en-IN" dirty="0"/>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3200" dirty="0"/>
              <a:t>Comments can be used to explain code, and to make it more readable. It can also be used to prevent execution when testing alternative code.</a:t>
            </a:r>
          </a:p>
          <a:p>
            <a:pPr algn="just">
              <a:buFont typeface="Arial" panose="020B0604020202020204" pitchFamily="34" charset="0"/>
              <a:buChar char="•"/>
            </a:pPr>
            <a:r>
              <a:rPr lang="en-US" sz="3200" dirty="0"/>
              <a:t>Comments can be </a:t>
            </a:r>
            <a:r>
              <a:rPr lang="en-US" sz="3200" b="1" dirty="0">
                <a:solidFill>
                  <a:srgbClr val="FF0000"/>
                </a:solidFill>
              </a:rPr>
              <a:t>singled-lined</a:t>
            </a:r>
            <a:r>
              <a:rPr lang="en-US" sz="3200" dirty="0"/>
              <a:t> or </a:t>
            </a:r>
            <a:r>
              <a:rPr lang="en-US" sz="3200" b="1" dirty="0">
                <a:solidFill>
                  <a:srgbClr val="FF0000"/>
                </a:solidFill>
              </a:rPr>
              <a:t>multi-lined</a:t>
            </a:r>
            <a:r>
              <a:rPr lang="en-US" sz="3200" dirty="0">
                <a:solidFill>
                  <a:srgbClr val="FF0000"/>
                </a:solidFill>
              </a:rPr>
              <a:t>.</a:t>
            </a:r>
          </a:p>
          <a:p>
            <a:endParaRPr lang="en-IN" sz="3200" dirty="0"/>
          </a:p>
        </p:txBody>
      </p:sp>
      <p:sp>
        <p:nvSpPr>
          <p:cNvPr id="4" name="Footer Placeholder 3">
            <a:extLst>
              <a:ext uri="{FF2B5EF4-FFF2-40B4-BE49-F238E27FC236}">
                <a16:creationId xmlns:a16="http://schemas.microsoft.com/office/drawing/2014/main" id="{9ADB0A31-749F-418E-BD74-B62BF792E361}"/>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EBCCA9E4-9BEF-4AD7-8456-BC2B51CE2827}"/>
              </a:ext>
            </a:extLst>
          </p:cNvPr>
          <p:cNvSpPr>
            <a:spLocks noGrp="1"/>
          </p:cNvSpPr>
          <p:nvPr>
            <p:ph type="sldNum" sz="quarter" idx="12"/>
          </p:nvPr>
        </p:nvSpPr>
        <p:spPr/>
        <p:txBody>
          <a:bodyPr/>
          <a:lstStyle/>
          <a:p>
            <a:fld id="{9C26C469-2091-4DFC-BD8F-7B41DBC10544}" type="slidenum">
              <a:rPr lang="en-IN" smtClean="0"/>
              <a:t>26</a:t>
            </a:fld>
            <a:endParaRPr lang="en-IN"/>
          </a:p>
        </p:txBody>
      </p:sp>
    </p:spTree>
    <p:extLst>
      <p:ext uri="{BB962C8B-B14F-4D97-AF65-F5344CB8AC3E}">
        <p14:creationId xmlns:p14="http://schemas.microsoft.com/office/powerpoint/2010/main" val="753811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Single-line Comments</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r>
              <a:rPr lang="en-US" sz="2400" dirty="0"/>
              <a:t>Single-line comments start with two forward slashes (//).</a:t>
            </a:r>
          </a:p>
          <a:p>
            <a:endParaRPr lang="en-US" sz="2400" dirty="0"/>
          </a:p>
          <a:p>
            <a:r>
              <a:rPr lang="en-US" sz="2400" dirty="0"/>
              <a:t>Any text between // and the end of the line is ignored by the compiler (will not be executed).</a:t>
            </a:r>
          </a:p>
          <a:p>
            <a:endParaRPr lang="en-US" sz="2400" dirty="0"/>
          </a:p>
          <a:p>
            <a:r>
              <a:rPr lang="en-US" sz="2400" dirty="0"/>
              <a:t>This example uses a single-line comment before a line of code:</a:t>
            </a:r>
          </a:p>
          <a:p>
            <a:endParaRPr lang="en-US" sz="2400" dirty="0"/>
          </a:p>
          <a:p>
            <a:r>
              <a:rPr lang="en-US" sz="2400" dirty="0">
                <a:solidFill>
                  <a:srgbClr val="FF0000"/>
                </a:solidFill>
              </a:rPr>
              <a:t>Example</a:t>
            </a:r>
          </a:p>
          <a:p>
            <a:r>
              <a:rPr lang="en-US" sz="2400" dirty="0">
                <a:solidFill>
                  <a:srgbClr val="FF0000"/>
                </a:solidFill>
              </a:rPr>
              <a:t>// This is a comment</a:t>
            </a:r>
          </a:p>
          <a:p>
            <a:r>
              <a:rPr lang="en-US" sz="2400" dirty="0" err="1">
                <a:solidFill>
                  <a:srgbClr val="FF0000"/>
                </a:solidFill>
              </a:rPr>
              <a:t>printf</a:t>
            </a:r>
            <a:r>
              <a:rPr lang="en-US" sz="2400" dirty="0">
                <a:solidFill>
                  <a:srgbClr val="FF0000"/>
                </a:solidFill>
              </a:rPr>
              <a:t>("Hello World!");</a:t>
            </a:r>
            <a:endParaRPr lang="en-IN" sz="2400" dirty="0">
              <a:solidFill>
                <a:srgbClr val="FF0000"/>
              </a:solidFill>
            </a:endParaRPr>
          </a:p>
        </p:txBody>
      </p:sp>
      <p:sp>
        <p:nvSpPr>
          <p:cNvPr id="4" name="Footer Placeholder 3">
            <a:extLst>
              <a:ext uri="{FF2B5EF4-FFF2-40B4-BE49-F238E27FC236}">
                <a16:creationId xmlns:a16="http://schemas.microsoft.com/office/drawing/2014/main" id="{687F3E47-D476-41C7-A1C0-6176FD05437D}"/>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D8BB176D-1E49-4C4E-A50E-930CB23BF51D}"/>
              </a:ext>
            </a:extLst>
          </p:cNvPr>
          <p:cNvSpPr>
            <a:spLocks noGrp="1"/>
          </p:cNvSpPr>
          <p:nvPr>
            <p:ph type="sldNum" sz="quarter" idx="12"/>
          </p:nvPr>
        </p:nvSpPr>
        <p:spPr/>
        <p:txBody>
          <a:bodyPr/>
          <a:lstStyle/>
          <a:p>
            <a:fld id="{9C26C469-2091-4DFC-BD8F-7B41DBC10544}" type="slidenum">
              <a:rPr lang="en-IN" smtClean="0"/>
              <a:t>27</a:t>
            </a:fld>
            <a:endParaRPr lang="en-IN"/>
          </a:p>
        </p:txBody>
      </p:sp>
    </p:spTree>
    <p:extLst>
      <p:ext uri="{BB962C8B-B14F-4D97-AF65-F5344CB8AC3E}">
        <p14:creationId xmlns:p14="http://schemas.microsoft.com/office/powerpoint/2010/main" val="1273812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 Multi-line Comments</a:t>
            </a:r>
            <a:br>
              <a:rPr lang="en-IN" dirty="0"/>
            </a:br>
            <a:endParaRPr lang="en-IN" dirty="0"/>
          </a:p>
        </p:txBody>
      </p:sp>
      <p:sp>
        <p:nvSpPr>
          <p:cNvPr id="3" name="Content Placeholder 2"/>
          <p:cNvSpPr>
            <a:spLocks noGrp="1"/>
          </p:cNvSpPr>
          <p:nvPr>
            <p:ph idx="1"/>
          </p:nvPr>
        </p:nvSpPr>
        <p:spPr/>
        <p:txBody>
          <a:bodyPr/>
          <a:lstStyle/>
          <a:p>
            <a:r>
              <a:rPr lang="en-US" dirty="0"/>
              <a:t>Multi-line comments start with /* and ends with */.</a:t>
            </a:r>
          </a:p>
          <a:p>
            <a:endParaRPr lang="en-US" dirty="0"/>
          </a:p>
          <a:p>
            <a:r>
              <a:rPr lang="en-US" dirty="0"/>
              <a:t>Any text between /* and */ will be ignored by the compiler:</a:t>
            </a:r>
          </a:p>
          <a:p>
            <a:endParaRPr lang="en-US" dirty="0"/>
          </a:p>
          <a:p>
            <a:r>
              <a:rPr lang="en-US" dirty="0">
                <a:solidFill>
                  <a:srgbClr val="FF0000"/>
                </a:solidFill>
              </a:rPr>
              <a:t>Example</a:t>
            </a:r>
          </a:p>
          <a:p>
            <a:r>
              <a:rPr lang="en-US" dirty="0">
                <a:solidFill>
                  <a:srgbClr val="FF0000"/>
                </a:solidFill>
              </a:rPr>
              <a:t>/* The code below will print the words Hello World!</a:t>
            </a:r>
          </a:p>
          <a:p>
            <a:r>
              <a:rPr lang="en-US" dirty="0">
                <a:solidFill>
                  <a:srgbClr val="FF0000"/>
                </a:solidFill>
              </a:rPr>
              <a:t>to the screen, and it is amazing */</a:t>
            </a:r>
          </a:p>
          <a:p>
            <a:r>
              <a:rPr lang="en-US" dirty="0" err="1">
                <a:solidFill>
                  <a:srgbClr val="FF0000"/>
                </a:solidFill>
              </a:rPr>
              <a:t>printf</a:t>
            </a:r>
            <a:r>
              <a:rPr lang="en-US" dirty="0">
                <a:solidFill>
                  <a:srgbClr val="FF0000"/>
                </a:solidFill>
              </a:rPr>
              <a:t>("Hello World!");</a:t>
            </a:r>
            <a:endParaRPr lang="en-IN" dirty="0">
              <a:solidFill>
                <a:srgbClr val="FF0000"/>
              </a:solidFill>
            </a:endParaRPr>
          </a:p>
        </p:txBody>
      </p:sp>
      <p:sp>
        <p:nvSpPr>
          <p:cNvPr id="4" name="Footer Placeholder 3">
            <a:extLst>
              <a:ext uri="{FF2B5EF4-FFF2-40B4-BE49-F238E27FC236}">
                <a16:creationId xmlns:a16="http://schemas.microsoft.com/office/drawing/2014/main" id="{C7DA9DD9-7B74-444C-935C-4C55E88CACCE}"/>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4394E0B2-A9C5-4B0B-A11B-F0444453B5CA}"/>
              </a:ext>
            </a:extLst>
          </p:cNvPr>
          <p:cNvSpPr>
            <a:spLocks noGrp="1"/>
          </p:cNvSpPr>
          <p:nvPr>
            <p:ph type="sldNum" sz="quarter" idx="12"/>
          </p:nvPr>
        </p:nvSpPr>
        <p:spPr/>
        <p:txBody>
          <a:bodyPr/>
          <a:lstStyle/>
          <a:p>
            <a:fld id="{9C26C469-2091-4DFC-BD8F-7B41DBC10544}" type="slidenum">
              <a:rPr lang="en-IN" smtClean="0"/>
              <a:t>28</a:t>
            </a:fld>
            <a:endParaRPr lang="en-IN"/>
          </a:p>
        </p:txBody>
      </p:sp>
    </p:spTree>
    <p:extLst>
      <p:ext uri="{BB962C8B-B14F-4D97-AF65-F5344CB8AC3E}">
        <p14:creationId xmlns:p14="http://schemas.microsoft.com/office/powerpoint/2010/main" val="13347727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break statement</a:t>
            </a:r>
            <a:br>
              <a:rPr lang="en-US" b="1" dirty="0"/>
            </a:br>
            <a:endParaRPr lang="en-US" dirty="0"/>
          </a:p>
        </p:txBody>
      </p:sp>
      <p:sp>
        <p:nvSpPr>
          <p:cNvPr id="3" name="Content Placeholder 2"/>
          <p:cNvSpPr>
            <a:spLocks noGrp="1"/>
          </p:cNvSpPr>
          <p:nvPr>
            <p:ph idx="1"/>
          </p:nvPr>
        </p:nvSpPr>
        <p:spPr/>
        <p:txBody>
          <a:bodyPr/>
          <a:lstStyle/>
          <a:p>
            <a:r>
              <a:rPr lang="en-US" dirty="0"/>
              <a:t>The break is a keyword in C which is used to bring the program control out of the loop.</a:t>
            </a:r>
          </a:p>
          <a:p>
            <a:r>
              <a:rPr lang="en-US" dirty="0"/>
              <a:t> The break statement is used inside loops or switch statement. The break statement breaks the loop one by one, i.e., in the case of nested loops, it breaks the inner loop first and then proceeds to outer loops. </a:t>
            </a:r>
          </a:p>
          <a:p>
            <a:r>
              <a:rPr lang="en-US" dirty="0"/>
              <a:t>The break statement in C can be used in the following two scenarios:</a:t>
            </a:r>
          </a:p>
          <a:p>
            <a:pPr>
              <a:buFont typeface="Arial" panose="020B0604020202020204" pitchFamily="34" charset="0"/>
              <a:buChar char="•"/>
            </a:pPr>
            <a:r>
              <a:rPr lang="en-US" dirty="0">
                <a:solidFill>
                  <a:srgbClr val="FF0000"/>
                </a:solidFill>
              </a:rPr>
              <a:t>With switch case</a:t>
            </a:r>
          </a:p>
          <a:p>
            <a:pPr>
              <a:buFont typeface="Arial" panose="020B0604020202020204" pitchFamily="34" charset="0"/>
              <a:buChar char="•"/>
            </a:pPr>
            <a:r>
              <a:rPr lang="en-US" dirty="0">
                <a:solidFill>
                  <a:srgbClr val="FF0000"/>
                </a:solidFill>
              </a:rPr>
              <a:t>With loop</a:t>
            </a:r>
          </a:p>
          <a:p>
            <a:endParaRPr lang="en-US" dirty="0"/>
          </a:p>
        </p:txBody>
      </p:sp>
      <p:sp>
        <p:nvSpPr>
          <p:cNvPr id="4" name="Footer Placeholder 3">
            <a:extLst>
              <a:ext uri="{FF2B5EF4-FFF2-40B4-BE49-F238E27FC236}">
                <a16:creationId xmlns:a16="http://schemas.microsoft.com/office/drawing/2014/main" id="{6139F7CD-4D09-4563-8C1A-7196AB0B7CCF}"/>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EF62A80E-F97D-4FCB-9899-15135670FA0A}"/>
              </a:ext>
            </a:extLst>
          </p:cNvPr>
          <p:cNvSpPr>
            <a:spLocks noGrp="1"/>
          </p:cNvSpPr>
          <p:nvPr>
            <p:ph type="sldNum" sz="quarter" idx="12"/>
          </p:nvPr>
        </p:nvSpPr>
        <p:spPr/>
        <p:txBody>
          <a:bodyPr/>
          <a:lstStyle/>
          <a:p>
            <a:fld id="{9C26C469-2091-4DFC-BD8F-7B41DBC10544}" type="slidenum">
              <a:rPr lang="en-IN" smtClean="0"/>
              <a:t>29</a:t>
            </a:fld>
            <a:endParaRPr lang="en-IN"/>
          </a:p>
        </p:txBody>
      </p:sp>
    </p:spTree>
    <p:extLst>
      <p:ext uri="{BB962C8B-B14F-4D97-AF65-F5344CB8AC3E}">
        <p14:creationId xmlns:p14="http://schemas.microsoft.com/office/powerpoint/2010/main" val="1512372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8400" y="483476"/>
            <a:ext cx="5202621" cy="5825249"/>
          </a:xfrm>
        </p:spPr>
      </p:pic>
      <p:sp>
        <p:nvSpPr>
          <p:cNvPr id="3" name="Footer Placeholder 2">
            <a:extLst>
              <a:ext uri="{FF2B5EF4-FFF2-40B4-BE49-F238E27FC236}">
                <a16:creationId xmlns:a16="http://schemas.microsoft.com/office/drawing/2014/main" id="{919ABF98-60D2-4A76-A935-5452898410E0}"/>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C085ACE1-2BAC-44D4-8298-3073136AB689}"/>
              </a:ext>
            </a:extLst>
          </p:cNvPr>
          <p:cNvSpPr>
            <a:spLocks noGrp="1"/>
          </p:cNvSpPr>
          <p:nvPr>
            <p:ph type="sldNum" sz="quarter" idx="12"/>
          </p:nvPr>
        </p:nvSpPr>
        <p:spPr/>
        <p:txBody>
          <a:bodyPr/>
          <a:lstStyle/>
          <a:p>
            <a:fld id="{9C26C469-2091-4DFC-BD8F-7B41DBC10544}" type="slidenum">
              <a:rPr lang="en-IN" smtClean="0"/>
              <a:t>30</a:t>
            </a:fld>
            <a:endParaRPr lang="en-IN"/>
          </a:p>
        </p:txBody>
      </p:sp>
    </p:spTree>
    <p:extLst>
      <p:ext uri="{BB962C8B-B14F-4D97-AF65-F5344CB8AC3E}">
        <p14:creationId xmlns:p14="http://schemas.microsoft.com/office/powerpoint/2010/main" val="2287464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17986" y="451946"/>
            <a:ext cx="5762510" cy="5856780"/>
          </a:xfrm>
        </p:spPr>
      </p:pic>
      <p:sp>
        <p:nvSpPr>
          <p:cNvPr id="2" name="Footer Placeholder 1">
            <a:extLst>
              <a:ext uri="{FF2B5EF4-FFF2-40B4-BE49-F238E27FC236}">
                <a16:creationId xmlns:a16="http://schemas.microsoft.com/office/drawing/2014/main" id="{ECDA6F16-E6DD-4B66-AC76-D484294A2593}"/>
              </a:ext>
            </a:extLst>
          </p:cNvPr>
          <p:cNvSpPr>
            <a:spLocks noGrp="1"/>
          </p:cNvSpPr>
          <p:nvPr>
            <p:ph type="ftr" sz="quarter" idx="11"/>
          </p:nvPr>
        </p:nvSpPr>
        <p:spPr/>
        <p:txBody>
          <a:bodyPr/>
          <a:lstStyle/>
          <a:p>
            <a:r>
              <a:rPr lang="en-IN"/>
              <a:t>Vishnu Priya P M</a:t>
            </a:r>
          </a:p>
        </p:txBody>
      </p:sp>
      <p:sp>
        <p:nvSpPr>
          <p:cNvPr id="3" name="Slide Number Placeholder 2">
            <a:extLst>
              <a:ext uri="{FF2B5EF4-FFF2-40B4-BE49-F238E27FC236}">
                <a16:creationId xmlns:a16="http://schemas.microsoft.com/office/drawing/2014/main" id="{5E74E8C2-5473-4C6B-AEC3-870A73740996}"/>
              </a:ext>
            </a:extLst>
          </p:cNvPr>
          <p:cNvSpPr>
            <a:spLocks noGrp="1"/>
          </p:cNvSpPr>
          <p:nvPr>
            <p:ph type="sldNum" sz="quarter" idx="12"/>
          </p:nvPr>
        </p:nvSpPr>
        <p:spPr/>
        <p:txBody>
          <a:bodyPr/>
          <a:lstStyle/>
          <a:p>
            <a:fld id="{9C26C469-2091-4DFC-BD8F-7B41DBC10544}" type="slidenum">
              <a:rPr lang="en-IN" smtClean="0"/>
              <a:t>31</a:t>
            </a:fld>
            <a:endParaRPr lang="en-IN"/>
          </a:p>
        </p:txBody>
      </p:sp>
    </p:spTree>
    <p:extLst>
      <p:ext uri="{BB962C8B-B14F-4D97-AF65-F5344CB8AC3E}">
        <p14:creationId xmlns:p14="http://schemas.microsoft.com/office/powerpoint/2010/main" val="2090472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continue statement</a:t>
            </a:r>
            <a:br>
              <a:rPr lang="en-US" b="1" dirty="0"/>
            </a:br>
            <a:endParaRPr lang="en-US" dirty="0"/>
          </a:p>
        </p:txBody>
      </p:sp>
      <p:sp>
        <p:nvSpPr>
          <p:cNvPr id="3" name="Content Placeholder 2"/>
          <p:cNvSpPr>
            <a:spLocks noGrp="1"/>
          </p:cNvSpPr>
          <p:nvPr>
            <p:ph idx="1"/>
          </p:nvPr>
        </p:nvSpPr>
        <p:spPr/>
        <p:txBody>
          <a:bodyPr/>
          <a:lstStyle/>
          <a:p>
            <a:r>
              <a:rPr lang="en-US" dirty="0"/>
              <a:t>The </a:t>
            </a:r>
            <a:r>
              <a:rPr lang="en-US" b="1" dirty="0"/>
              <a:t>continue statement</a:t>
            </a:r>
            <a:r>
              <a:rPr lang="en-US" dirty="0"/>
              <a:t> in C language is used to bring the program control to the beginning of the loop. </a:t>
            </a:r>
          </a:p>
          <a:p>
            <a:r>
              <a:rPr lang="en-US" dirty="0"/>
              <a:t>The continue statement skips some lines of code inside the loop and continues with the next iteration.</a:t>
            </a:r>
          </a:p>
          <a:p>
            <a:r>
              <a:rPr lang="en-US" dirty="0"/>
              <a:t> It is mainly used for a condition so that we can skip some code for a particular condition.</a:t>
            </a:r>
          </a:p>
        </p:txBody>
      </p:sp>
      <p:sp>
        <p:nvSpPr>
          <p:cNvPr id="4" name="Footer Placeholder 3">
            <a:extLst>
              <a:ext uri="{FF2B5EF4-FFF2-40B4-BE49-F238E27FC236}">
                <a16:creationId xmlns:a16="http://schemas.microsoft.com/office/drawing/2014/main" id="{B0863233-2389-41FB-AAE0-AE15BF2C5DAB}"/>
              </a:ext>
            </a:extLst>
          </p:cNvPr>
          <p:cNvSpPr>
            <a:spLocks noGrp="1"/>
          </p:cNvSpPr>
          <p:nvPr>
            <p:ph type="ftr" sz="quarter" idx="11"/>
          </p:nvPr>
        </p:nvSpPr>
        <p:spPr/>
        <p:txBody>
          <a:bodyPr/>
          <a:lstStyle/>
          <a:p>
            <a:r>
              <a:rPr lang="en-IN"/>
              <a:t>Vishnu Priya P M</a:t>
            </a:r>
          </a:p>
        </p:txBody>
      </p:sp>
      <p:sp>
        <p:nvSpPr>
          <p:cNvPr id="5" name="Slide Number Placeholder 4">
            <a:extLst>
              <a:ext uri="{FF2B5EF4-FFF2-40B4-BE49-F238E27FC236}">
                <a16:creationId xmlns:a16="http://schemas.microsoft.com/office/drawing/2014/main" id="{2EA5FE12-0F57-4369-9D9C-132DC273A311}"/>
              </a:ext>
            </a:extLst>
          </p:cNvPr>
          <p:cNvSpPr>
            <a:spLocks noGrp="1"/>
          </p:cNvSpPr>
          <p:nvPr>
            <p:ph type="sldNum" sz="quarter" idx="12"/>
          </p:nvPr>
        </p:nvSpPr>
        <p:spPr/>
        <p:txBody>
          <a:bodyPr/>
          <a:lstStyle/>
          <a:p>
            <a:fld id="{9C26C469-2091-4DFC-BD8F-7B41DBC10544}" type="slidenum">
              <a:rPr lang="en-IN" smtClean="0"/>
              <a:t>32</a:t>
            </a:fld>
            <a:endParaRPr lang="en-IN"/>
          </a:p>
        </p:txBody>
      </p:sp>
    </p:spTree>
    <p:extLst>
      <p:ext uri="{BB962C8B-B14F-4D97-AF65-F5344CB8AC3E}">
        <p14:creationId xmlns:p14="http://schemas.microsoft.com/office/powerpoint/2010/main" val="329615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7669" y="231228"/>
            <a:ext cx="5917324" cy="6516413"/>
          </a:xfrm>
        </p:spPr>
      </p:pic>
      <p:sp>
        <p:nvSpPr>
          <p:cNvPr id="2" name="Footer Placeholder 1">
            <a:extLst>
              <a:ext uri="{FF2B5EF4-FFF2-40B4-BE49-F238E27FC236}">
                <a16:creationId xmlns:a16="http://schemas.microsoft.com/office/drawing/2014/main" id="{741A1425-4140-4DE7-9EB9-B83BABCCE406}"/>
              </a:ext>
            </a:extLst>
          </p:cNvPr>
          <p:cNvSpPr>
            <a:spLocks noGrp="1"/>
          </p:cNvSpPr>
          <p:nvPr>
            <p:ph type="ftr" sz="quarter" idx="11"/>
          </p:nvPr>
        </p:nvSpPr>
        <p:spPr/>
        <p:txBody>
          <a:bodyPr/>
          <a:lstStyle/>
          <a:p>
            <a:r>
              <a:rPr lang="en-IN"/>
              <a:t>Vishnu Priya P M</a:t>
            </a:r>
          </a:p>
        </p:txBody>
      </p:sp>
      <p:sp>
        <p:nvSpPr>
          <p:cNvPr id="3" name="Slide Number Placeholder 2">
            <a:extLst>
              <a:ext uri="{FF2B5EF4-FFF2-40B4-BE49-F238E27FC236}">
                <a16:creationId xmlns:a16="http://schemas.microsoft.com/office/drawing/2014/main" id="{FBB9A08D-C205-48ED-A8C3-8D15539BF481}"/>
              </a:ext>
            </a:extLst>
          </p:cNvPr>
          <p:cNvSpPr>
            <a:spLocks noGrp="1"/>
          </p:cNvSpPr>
          <p:nvPr>
            <p:ph type="sldNum" sz="quarter" idx="12"/>
          </p:nvPr>
        </p:nvSpPr>
        <p:spPr/>
        <p:txBody>
          <a:bodyPr/>
          <a:lstStyle/>
          <a:p>
            <a:fld id="{9C26C469-2091-4DFC-BD8F-7B41DBC10544}" type="slidenum">
              <a:rPr lang="en-IN" smtClean="0"/>
              <a:t>33</a:t>
            </a:fld>
            <a:endParaRPr lang="en-IN"/>
          </a:p>
        </p:txBody>
      </p:sp>
    </p:spTree>
    <p:extLst>
      <p:ext uri="{BB962C8B-B14F-4D97-AF65-F5344CB8AC3E}">
        <p14:creationId xmlns:p14="http://schemas.microsoft.com/office/powerpoint/2010/main" val="35992903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439</TotalTime>
  <Words>1396</Words>
  <Application>Microsoft Office PowerPoint</Application>
  <PresentationFormat>Widescreen</PresentationFormat>
  <Paragraphs>188</Paragraphs>
  <Slides>33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Times New Roman</vt:lpstr>
      <vt:lpstr>Tw Cen MT</vt:lpstr>
      <vt:lpstr>Tw Cen MT Condensed</vt:lpstr>
      <vt:lpstr>Wingdings</vt:lpstr>
      <vt:lpstr>Wingdings 3</vt:lpstr>
      <vt:lpstr>Integral</vt:lpstr>
      <vt:lpstr>  Control Statements/Decision Making  </vt:lpstr>
      <vt:lpstr>PowerPoint Presentation</vt:lpstr>
      <vt:lpstr>PowerPoint Presentation</vt:lpstr>
      <vt:lpstr>If Statement </vt:lpstr>
      <vt:lpstr>Flow Diagram </vt:lpstr>
      <vt:lpstr>PowerPoint Presentation</vt:lpstr>
      <vt:lpstr>If-else Statement </vt:lpstr>
      <vt:lpstr>PowerPoint Presentation</vt:lpstr>
      <vt:lpstr>PowerPoint Presentation</vt:lpstr>
      <vt:lpstr>If else-if ladder Statement </vt:lpstr>
      <vt:lpstr>PowerPoint Presentation</vt:lpstr>
      <vt:lpstr>PowerPoint Presentation</vt:lpstr>
      <vt:lpstr>Switch Statement </vt:lpstr>
      <vt:lpstr>PowerPoint Presentation</vt:lpstr>
      <vt:lpstr>PowerPoint Presentation</vt:lpstr>
      <vt:lpstr>PowerPoint Presentation</vt:lpstr>
      <vt:lpstr>PowerPoint Presentation</vt:lpstr>
      <vt:lpstr>C Loops </vt:lpstr>
      <vt:lpstr>  while loop in C  </vt:lpstr>
      <vt:lpstr>PowerPoint Presentation</vt:lpstr>
      <vt:lpstr>for loop in C </vt:lpstr>
      <vt:lpstr>PowerPoint Presentation</vt:lpstr>
      <vt:lpstr>do...while loop in C </vt:lpstr>
      <vt:lpstr>PowerPoint Presentation</vt:lpstr>
      <vt:lpstr>PowerPoint Presentation</vt:lpstr>
      <vt:lpstr>C Comments </vt:lpstr>
      <vt:lpstr>Single-line Comments </vt:lpstr>
      <vt:lpstr>C Multi-line Comments </vt:lpstr>
      <vt:lpstr>break statement </vt:lpstr>
      <vt:lpstr>PowerPoint Presentation</vt:lpstr>
      <vt:lpstr>PowerPoint Presentation</vt:lpstr>
      <vt:lpstr>continue statement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Statements/Decision Making</dc:title>
  <dc:creator>Vishnu</dc:creator>
  <cp:lastModifiedBy>VISHNU PRIYA P  M</cp:lastModifiedBy>
  <cp:revision>29</cp:revision>
  <dcterms:created xsi:type="dcterms:W3CDTF">2022-08-27T04:40:51Z</dcterms:created>
  <dcterms:modified xsi:type="dcterms:W3CDTF">2024-09-17T09:04:17Z</dcterms:modified>
</cp:coreProperties>
</file>