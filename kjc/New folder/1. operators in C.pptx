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3004800" cy="9753600"/>
  <p:notesSz cx="13004800" cy="97536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796" autoAdjust="0"/>
  </p:normalViewPr>
  <p:slideViewPr>
    <p:cSldViewPr>
      <p:cViewPr varScale="1">
        <p:scale>
          <a:sx n="42" d="100"/>
          <a:sy n="42" d="100"/>
        </p:scale>
        <p:origin x="1472" y="2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7C42B-4D91-4E9A-9846-8E965CC32C82}" type="datetimeFigureOut">
              <a:rPr lang="en-IN" smtClean="0"/>
              <a:t>07-09-2024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6CFA9-A7C8-4F17-8410-2CC45213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94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A4DC-FBEE-400B-B49C-01889D15AB06}" type="datetime1">
              <a:rPr lang="en-US" smtClean="0"/>
              <a:t>9/7/2024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Prof. Vishnu Priya  | C Programming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6D1E5-9D6D-49B6-88ED-9A020FC3B854}" type="datetime1">
              <a:rPr lang="en-US" smtClean="0"/>
              <a:t>9/7/2024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6564F0-1CC2-40B5-95CD-D6D4A2653A56}"/>
              </a:ext>
            </a:extLst>
          </p:cNvPr>
          <p:cNvSpPr/>
          <p:nvPr/>
        </p:nvSpPr>
        <p:spPr>
          <a:xfrm>
            <a:off x="1821880" y="3148608"/>
            <a:ext cx="9145016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79231-D0BC-4F20-9E14-88E529B18B7F}"/>
              </a:ext>
            </a:extLst>
          </p:cNvPr>
          <p:cNvSpPr txBox="1"/>
          <p:nvPr/>
        </p:nvSpPr>
        <p:spPr>
          <a:xfrm>
            <a:off x="7294488" y="7253063"/>
            <a:ext cx="5184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Vishnu Priya P 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F1B58F-F8E9-419B-A1F2-CC399C9C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C4CE4-FCAF-4CC0-BB0D-A052CD33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046E0-BE83-48B7-B4E4-AB1E422653EB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D0D54-CC91-4079-8053-F32FA601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A59D1-0530-418B-BAD5-FCDACB51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E7500-72BF-4C41-8E65-F3C26B027CAB}"/>
              </a:ext>
            </a:extLst>
          </p:cNvPr>
          <p:cNvSpPr txBox="1"/>
          <p:nvPr/>
        </p:nvSpPr>
        <p:spPr>
          <a:xfrm>
            <a:off x="-1" y="8673480"/>
            <a:ext cx="12970137" cy="10801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1029F-7506-4E70-AE73-7A934E2DBD3E}"/>
              </a:ext>
            </a:extLst>
          </p:cNvPr>
          <p:cNvSpPr txBox="1"/>
          <p:nvPr/>
        </p:nvSpPr>
        <p:spPr>
          <a:xfrm>
            <a:off x="1101800" y="8751875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8 . </a:t>
            </a:r>
            <a:r>
              <a:rPr lang="en-IN" sz="5400" dirty="0">
                <a:solidFill>
                  <a:srgbClr val="FF0000"/>
                </a:solidFill>
              </a:rPr>
              <a:t>S</a:t>
            </a:r>
            <a:r>
              <a:rPr lang="en-IN" sz="5400" dirty="0"/>
              <a:t>pecial Operators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840A6-8705-4C5A-9272-5830586A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BC07C-1659-4FA7-B0B5-6A336118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87E6C-1DFE-4031-BBFB-3028BD63FBEF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EAB29-4463-483E-82B7-106CA869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532AD-3EDD-4762-9A0D-A60F32084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B0EF1-AEA5-426D-804D-CCC69E296999}"/>
              </a:ext>
            </a:extLst>
          </p:cNvPr>
          <p:cNvSpPr txBox="1"/>
          <p:nvPr/>
        </p:nvSpPr>
        <p:spPr>
          <a:xfrm>
            <a:off x="0" y="898125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892FE-A964-4428-B919-3A1126F5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F3360-47A1-4EE3-BD2F-5D85CC34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73C12-C442-4F66-9CD0-4BB84F2FF68B}"/>
              </a:ext>
            </a:extLst>
          </p:cNvPr>
          <p:cNvSpPr txBox="1"/>
          <p:nvPr/>
        </p:nvSpPr>
        <p:spPr>
          <a:xfrm>
            <a:off x="201700" y="898125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1AA06-2EC4-46D3-A6F2-C0EFBE0E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8E9C6-6E55-41C7-8307-501052CF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1A624-56B1-48D2-BF18-7DD397ACF110}"/>
              </a:ext>
            </a:extLst>
          </p:cNvPr>
          <p:cNvSpPr txBox="1"/>
          <p:nvPr/>
        </p:nvSpPr>
        <p:spPr>
          <a:xfrm>
            <a:off x="201700" y="898125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6DDBD-97A6-405B-8C8B-DFE396688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7A579-5C76-423A-B21A-ADB66F0A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590A8-A204-4627-BFFE-2E8C9D796C9A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A4884-8A95-4BEC-A938-ACDD5FB5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F0467-3FF2-4682-BF86-E54B7F2C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38786-7350-4456-95EA-4921577B90A8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392CC-5D61-4E2F-AEB7-E6338F0CB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1F646-6B84-4765-9935-0A2E0B93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1084C-14C9-40F7-B345-5E0C037F110E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7C4D9-48D9-45AA-8FE2-A5075CEE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C7EC3-77ED-49AC-B366-80C99A54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B332F-7BD7-4CF4-AEBF-897E80651F7D}"/>
              </a:ext>
            </a:extLst>
          </p:cNvPr>
          <p:cNvSpPr txBox="1"/>
          <p:nvPr/>
        </p:nvSpPr>
        <p:spPr>
          <a:xfrm>
            <a:off x="201700" y="898125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93989-6C8C-44F5-A790-F27462F3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B3695-C6DD-4B68-993C-734F4A10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68437-9188-48C5-9371-3B90DCAE104B}"/>
              </a:ext>
            </a:extLst>
          </p:cNvPr>
          <p:cNvSpPr txBox="1"/>
          <p:nvPr/>
        </p:nvSpPr>
        <p:spPr>
          <a:xfrm>
            <a:off x="201700" y="8745488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E80F0-7F16-41FD-82A1-4AA3424C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70E3D-020F-403B-AADF-03B2A2CF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7FB47-F857-464D-B330-AA7899475F24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6572F-1A7A-4678-BDC7-A11304BAB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0DB1A-BD2F-4622-B8CA-8E045BFA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D85B8-8A4D-4FC6-AFF8-DAA1A3FF7A7C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A1320-60E2-4514-B620-83A7EE0D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46A1D-5CB7-4519-87FD-8F587CF9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2B754-7494-4541-95D8-AF892D3F756B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CEBAA-E038-4220-A047-E3DCE018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04E34-C074-4B09-B8A8-00D5E344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21ABB-E8C4-49D1-ACCE-C0474DBF6F8C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74C80-C612-47F3-AF43-E2D90C94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03F8A-E20C-4F0D-AB74-AF555B96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5229D-C0EE-43CA-B5E6-FDF0C4131C81}"/>
              </a:ext>
            </a:extLst>
          </p:cNvPr>
          <p:cNvSpPr txBox="1"/>
          <p:nvPr/>
        </p:nvSpPr>
        <p:spPr>
          <a:xfrm>
            <a:off x="165696" y="9125272"/>
            <a:ext cx="12673408" cy="504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276CA-7EAF-4D38-883B-DFE379CD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BED14-1943-47A0-AB37-18EBD271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30048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4DE8C-F335-4719-A54E-212BCABE3165}"/>
              </a:ext>
            </a:extLst>
          </p:cNvPr>
          <p:cNvSpPr txBox="1"/>
          <p:nvPr/>
        </p:nvSpPr>
        <p:spPr>
          <a:xfrm>
            <a:off x="237704" y="8621216"/>
            <a:ext cx="12601400" cy="1008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51986-2228-47CB-A666-5A55C3424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DD4C5-7FF5-4163-8A2D-87B9DC0B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AB0D780-1009-4390-958C-3A5154D7C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12" y="465148"/>
            <a:ext cx="12385376" cy="932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cs typeface="Times New Roman" panose="02020603050405020304" pitchFamily="18" charset="0"/>
              </a:rPr>
              <a:t>Type Conversion in Expressions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Type conversion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refers to changing one data type to another in a program. This can occur explicitly or implicitly: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Implicit Type Conversion (Automatic Type Conversion):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Performed automatically by the compiler when different data types are used together in an expression.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Example: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int a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float b = 3.2;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float result = a + b; // 'a' is implicitly converted to float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Here, the integer a is implicitly converted to a float to match the type of b, ensuring the expression can be evaluated correctly.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FDF9DE-A426-4068-87EB-F3748EC3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70C82-D447-42F2-8114-CF473C18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99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28120A-8F5F-479C-9349-48250C711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16" y="217766"/>
            <a:ext cx="12659084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2. Explicit Type Conversion (Type Casting):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Done manually by the programmer using a cast operator.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Syntax: (type) expression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float a = 5.5;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int b = (int) a; // 'a' is explicitly converted to int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Here, the float a is explicitly cast to an integer, truncating the decimal part.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99E15-C8EB-4178-AFA1-E806008C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2DADC-5E0D-499B-A466-7C17C13B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46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0D2475-9D91-42CA-B7AC-F0E7D953B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0" y="383268"/>
            <a:ext cx="12735296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Operator Precedence and Associativity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Operator precedence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determines the order in which operators are evaluated in expressions with more than one operator.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Precedence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Operators with higher precedence are evaluated before operators with lower precedence.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int result = 3 + 5 * 2; // Multiplication (*) has higher precedence than addition (+)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 this example, 5 * 2 is evaluated first, then the result is added to 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30313-1367-4FBF-A4E7-4E475F40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C2B5B-9179-42F7-8E9C-7AD015A7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71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600C82-6EEE-483E-8CA1-38F970217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704" y="629489"/>
            <a:ext cx="12529392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Associativity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When operators of the same precedence appear in an expression, associativity determines the order of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Most operators have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left-to-right associativity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(evaluated from left to right), but some like the assignment operator = have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right-to-left associativity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int result = 5 - 3 + 2; // Both - and + have the same precedence and left-to-right associativity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Here, 5 - 3 is evaluated first, followed by the addition of 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2FA50F-E308-4D81-9BF5-6ADE8337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CCEF9-D86F-4123-840E-4B674188C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88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09DAA9-EC9B-4582-960B-01087565E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216261"/>
              </p:ext>
            </p:extLst>
          </p:nvPr>
        </p:nvGraphicFramePr>
        <p:xfrm>
          <a:off x="741760" y="2572544"/>
          <a:ext cx="11737305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12435">
                  <a:extLst>
                    <a:ext uri="{9D8B030D-6E8A-4147-A177-3AD203B41FA5}">
                      <a16:colId xmlns:a16="http://schemas.microsoft.com/office/drawing/2014/main" val="2202685603"/>
                    </a:ext>
                  </a:extLst>
                </a:gridCol>
                <a:gridCol w="3912435">
                  <a:extLst>
                    <a:ext uri="{9D8B030D-6E8A-4147-A177-3AD203B41FA5}">
                      <a16:colId xmlns:a16="http://schemas.microsoft.com/office/drawing/2014/main" val="3886596698"/>
                    </a:ext>
                  </a:extLst>
                </a:gridCol>
                <a:gridCol w="3912435">
                  <a:extLst>
                    <a:ext uri="{9D8B030D-6E8A-4147-A177-3AD203B41FA5}">
                      <a16:colId xmlns:a16="http://schemas.microsoft.com/office/drawing/2014/main" val="152631061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Associativity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1883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Parentheses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Left-to-right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0414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+mj-lt"/>
                        </a:rPr>
                        <a:t>*, /,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+mj-lt"/>
                        </a:rPr>
                        <a:t>Multiplication, Division, Modulus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Left-to-right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8263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+, 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Addition, 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Left-to-right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7260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+mj-lt"/>
                        </a:rPr>
                        <a:t>=, +=, 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+mj-lt"/>
                        </a:rPr>
                        <a:t>Assignment Operators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+mj-lt"/>
                        </a:rPr>
                        <a:t>Right-to-left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6059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8CBD905-A755-4517-B911-92BB6F7CD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776" y="510446"/>
            <a:ext cx="108012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cs typeface="Times New Roman" panose="02020603050405020304" pitchFamily="18" charset="0"/>
              </a:rPr>
              <a:t>Precedence and Associativity Table (Common Operators)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05180-8DB2-4F28-92C5-7CBBF32E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Vishnu Priya  | C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EA9F4-BB55-46B0-89E8-D4CEA9A7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227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554</Words>
  <Application>Microsoft Office PowerPoint</Application>
  <PresentationFormat>Custom</PresentationFormat>
  <Paragraphs>106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Vishnu</dc:creator>
  <cp:lastModifiedBy>VISHNU PRIYA P  M</cp:lastModifiedBy>
  <cp:revision>23</cp:revision>
  <dcterms:modified xsi:type="dcterms:W3CDTF">2024-09-07T15:25:54Z</dcterms:modified>
</cp:coreProperties>
</file>