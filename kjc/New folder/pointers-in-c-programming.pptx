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8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8102600" cy="6070600"/>
  <p:notesSz cx="8102600" cy="6070600"/>
  <p:embeddedFontLst>
    <p:embeddedFont>
      <p:font typeface="Calibri" panose="020F0502020204030204" pitchFamily="3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052" y="68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11/8/2022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39132" y="2387228"/>
            <a:ext cx="3312368" cy="1661993"/>
          </a:xfrm>
        </p:spPr>
        <p:txBody>
          <a:bodyPr/>
          <a:lstStyle/>
          <a:p>
            <a:r>
              <a:rPr lang="en-IN" sz="5400" b="1" dirty="0" smtClean="0"/>
              <a:t>Pointers</a:t>
            </a:r>
            <a:endParaRPr lang="en-IN" sz="5400" b="1" dirty="0"/>
          </a:p>
        </p:txBody>
      </p:sp>
    </p:spTree>
    <p:extLst>
      <p:ext uri="{BB962C8B-B14F-4D97-AF65-F5344CB8AC3E}">
        <p14:creationId xmlns:p14="http://schemas.microsoft.com/office/powerpoint/2010/main" val="2285830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67" y="298996"/>
            <a:ext cx="7881173" cy="5400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8102600" cy="607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</TotalTime>
  <Words>1</Words>
  <Application>Microsoft Office PowerPoint</Application>
  <PresentationFormat>Custom</PresentationFormat>
  <Paragraphs>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8" baseType="lpstr">
      <vt:lpstr>Calibri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sejda</dc:creator>
  <cp:lastModifiedBy>HP</cp:lastModifiedBy>
  <cp:revision>2</cp:revision>
  <dcterms:modified xsi:type="dcterms:W3CDTF">2022-11-08T15:03:54Z</dcterms:modified>
</cp:coreProperties>
</file>